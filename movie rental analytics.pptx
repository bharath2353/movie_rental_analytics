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7" r:id="rId2"/>
    <p:sldId id="257" r:id="rId3"/>
    <p:sldId id="258" r:id="rId4"/>
    <p:sldId id="276" r:id="rId5"/>
    <p:sldId id="280" r:id="rId6"/>
    <p:sldId id="281" r:id="rId7"/>
    <p:sldId id="278" r:id="rId8"/>
    <p:sldId id="283" r:id="rId9"/>
    <p:sldId id="282" r:id="rId10"/>
    <p:sldId id="284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1E1C5-9CCD-4AE6-B427-3FB57D943B9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41A90-D540-4E8D-8C79-2FC10664C4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2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93f864d229_2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g393f864d229_2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7C2B9-521B-4E0B-AA0D-4D1C39E36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86AC1-1168-21C3-F3C9-B7438E54F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A1451-BC0A-E6DA-A46F-C7584FB10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5E4-A1B9-470F-8CDB-13A252358EA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7D4DC-B859-5A3B-FBAD-417CA3FAB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F9A93-4D3D-BBA1-9E63-CD6383D34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441C6-B49E-4639-8445-112C0414B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080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BE823-A519-0740-FD14-87CFA9D65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47516-D286-CAB7-61A8-3D045F6FC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DC609-775A-6923-B670-4C1A54A75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5E4-A1B9-470F-8CDB-13A252358EA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43C4B-6D52-EC19-1C2C-75EA9F24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89666-6A5F-BFFB-AFDB-3B90740B5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441C6-B49E-4639-8445-112C0414B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318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64BFA-3A0F-6FBE-CA49-478E1A0B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6FF8D-0407-D025-2FFE-CF61D54CE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A4D69-BD38-5139-33A0-732F5C3C4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5E4-A1B9-470F-8CDB-13A252358EA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718A1-92BA-D5F4-7C59-C081F28BA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9F49-3FA7-187A-FF23-50A742FAC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441C6-B49E-4639-8445-112C0414B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089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3B46-2D18-1678-5BCE-734F7133F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68DAA-8E9A-5A49-0D15-D5D36EB93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D2464-3745-EC56-FCED-4E3D8FEDC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389D0-FA72-3777-04F6-5563DDAD7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5E4-A1B9-470F-8CDB-13A252358EA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90A9C-944B-9A17-0C0F-441528DD5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C4BEE-8665-6647-AF47-4E285429A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441C6-B49E-4639-8445-112C0414B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430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C202-B9BA-3D23-5B3B-02C0BDE7F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34BD4-FFBF-54A7-360E-4F47D50C3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32E5A-EA21-C82C-E2D8-148702EA6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435101-3A76-82C6-59A9-D19C414B85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EA342-047A-6162-94EC-83CBEDA95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C0499F-3F6D-7E6A-BBB8-F95E7060D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5E4-A1B9-470F-8CDB-13A252358EA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057483-EF9A-B196-5DDB-44A2EE5F8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B11676-7DC0-4703-354C-34D56E91C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441C6-B49E-4639-8445-112C0414B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79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CCF11-EDB2-3A53-2DDF-A71A9408B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358427-DB57-BE72-28C1-4CD148388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5E4-A1B9-470F-8CDB-13A252358EA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428A5-8592-96BD-C712-046979FD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D703B-8FE8-82FC-25FB-A092C5520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441C6-B49E-4639-8445-112C0414B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881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F84075-CABD-C4FE-AD1A-8A7A1BC28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5E4-A1B9-470F-8CDB-13A252358EA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BB4B26-F230-6EDA-4403-F1C5D2CB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98EFF-49A8-AB95-497B-652A1827A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441C6-B49E-4639-8445-112C0414B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907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35ED1-189C-213E-CB9D-9B45731D4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170B6-F4E5-C7EF-D6C8-A5B0AC7F1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2918C-753B-46BD-5F6A-C762E84C9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9F302-BDBF-72E5-A46A-61EB1FC9C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5E4-A1B9-470F-8CDB-13A252358EA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E4A9F-66A7-9690-FD62-1E28BDCD5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A6E3E-1FC1-975B-8466-3515E0B39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441C6-B49E-4639-8445-112C0414B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62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EE507-8B83-A962-1051-9F0E8A65B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0758D9-3CCC-1369-21FA-408B6336B5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4A518-F3DD-DB14-CB45-12456DFC8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C13C2-CF98-764F-70A9-C58BE9773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5E4-A1B9-470F-8CDB-13A252358EA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4B6B0-F983-EE37-4C3C-2A1804E79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F79BF-FB1A-2639-2ACB-81FF5F2BC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441C6-B49E-4639-8445-112C0414B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312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3BD1B-3A90-4BBA-CE18-9CBF16000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319E6-715C-7CEA-72DE-F8B67B8E0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766DC-2A19-DBB9-059C-6D3C58844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5E4-A1B9-470F-8CDB-13A252358EA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27E48-A36D-B2D7-B4B1-D472625CD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8605A-CB27-1588-925F-1947528B9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441C6-B49E-4639-8445-112C0414B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88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4775D6-2B21-B311-57A7-38ACAAA3EC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890A2D-4D80-C3D7-F049-B3610DA71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3BADD-5B31-C4F4-F829-BB524B3BC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A35E4-A1B9-470F-8CDB-13A252358EA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8C3C1-24C2-5245-D04A-D6B247318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47C29-5FFD-5874-30E7-8D4D79E7A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441C6-B49E-4639-8445-112C0414B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750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216C57C-E933-4DCB-85AD-F8F11D33B6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18893" y="1295400"/>
            <a:ext cx="4189685" cy="5562600"/>
          </a:xfrm>
          <a:custGeom>
            <a:avLst/>
            <a:gdLst>
              <a:gd name="connsiteX0" fmla="*/ 0 w 4189685"/>
              <a:gd name="connsiteY0" fmla="*/ 0 h 5433462"/>
              <a:gd name="connsiteX1" fmla="*/ 4189685 w 4189685"/>
              <a:gd name="connsiteY1" fmla="*/ 0 h 5433462"/>
              <a:gd name="connsiteX2" fmla="*/ 4189685 w 4189685"/>
              <a:gd name="connsiteY2" fmla="*/ 5433462 h 5433462"/>
              <a:gd name="connsiteX3" fmla="*/ 0 w 4189685"/>
              <a:gd name="connsiteY3" fmla="*/ 5433462 h 5433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9685" h="5433462">
                <a:moveTo>
                  <a:pt x="0" y="0"/>
                </a:moveTo>
                <a:lnTo>
                  <a:pt x="4189685" y="0"/>
                </a:lnTo>
                <a:lnTo>
                  <a:pt x="4189685" y="5433462"/>
                </a:lnTo>
                <a:lnTo>
                  <a:pt x="0" y="543346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08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748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5455F8C-2BC4-4794-8F4F-4B9519021E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495300"/>
            <a:ext cx="4908331" cy="6362700"/>
          </a:xfrm>
          <a:custGeom>
            <a:avLst/>
            <a:gdLst>
              <a:gd name="connsiteX0" fmla="*/ 0 w 4908331"/>
              <a:gd name="connsiteY0" fmla="*/ 0 h 6362700"/>
              <a:gd name="connsiteX1" fmla="*/ 4908331 w 4908331"/>
              <a:gd name="connsiteY1" fmla="*/ 0 h 6362700"/>
              <a:gd name="connsiteX2" fmla="*/ 4908331 w 4908331"/>
              <a:gd name="connsiteY2" fmla="*/ 6362700 h 6362700"/>
              <a:gd name="connsiteX3" fmla="*/ 0 w 4908331"/>
              <a:gd name="connsiteY3" fmla="*/ 6362700 h 636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08331" h="6362700">
                <a:moveTo>
                  <a:pt x="0" y="0"/>
                </a:moveTo>
                <a:lnTo>
                  <a:pt x="4908331" y="0"/>
                </a:lnTo>
                <a:lnTo>
                  <a:pt x="4908331" y="6362700"/>
                </a:lnTo>
                <a:lnTo>
                  <a:pt x="0" y="63627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66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3E442F4-5BC3-4070-8DFE-44EAADCAB6B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79216" y="1424538"/>
            <a:ext cx="4189685" cy="5433462"/>
          </a:xfrm>
          <a:custGeom>
            <a:avLst/>
            <a:gdLst>
              <a:gd name="connsiteX0" fmla="*/ 0 w 4189685"/>
              <a:gd name="connsiteY0" fmla="*/ 0 h 5433462"/>
              <a:gd name="connsiteX1" fmla="*/ 4189685 w 4189685"/>
              <a:gd name="connsiteY1" fmla="*/ 0 h 5433462"/>
              <a:gd name="connsiteX2" fmla="*/ 4189685 w 4189685"/>
              <a:gd name="connsiteY2" fmla="*/ 5433462 h 5433462"/>
              <a:gd name="connsiteX3" fmla="*/ 0 w 4189685"/>
              <a:gd name="connsiteY3" fmla="*/ 5433462 h 5433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9685" h="5433462">
                <a:moveTo>
                  <a:pt x="0" y="0"/>
                </a:moveTo>
                <a:lnTo>
                  <a:pt x="4189685" y="0"/>
                </a:lnTo>
                <a:lnTo>
                  <a:pt x="4189685" y="5433462"/>
                </a:lnTo>
                <a:lnTo>
                  <a:pt x="0" y="543346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55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B48F88-7D22-E8C5-6A12-D8BE74C0D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FAA64-2490-027C-089D-3A951D1A2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B37F7-EA89-DF30-58E7-B9AF23384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FA35E4-A1B9-470F-8CDB-13A252358EAD}" type="datetimeFigureOut">
              <a:rPr lang="en-IN" smtClean="0"/>
              <a:t>10-05-2026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F440A-7ED5-8673-C726-4D484027E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CE8D8-C673-DB43-B2EF-92BA2A922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4441C6-B49E-4639-8445-112C0414B5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890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4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6C7EB04A-7178-97B5-D41C-71996DB2B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" y="19664"/>
            <a:ext cx="12190359" cy="685800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F603DA-ABC7-EDE3-CDC8-173D4A85A6E6}"/>
              </a:ext>
            </a:extLst>
          </p:cNvPr>
          <p:cNvSpPr/>
          <p:nvPr/>
        </p:nvSpPr>
        <p:spPr>
          <a:xfrm>
            <a:off x="5663312" y="3886544"/>
            <a:ext cx="417161" cy="417161"/>
          </a:xfrm>
          <a:custGeom>
            <a:avLst/>
            <a:gdLst>
              <a:gd name="csX0" fmla="*/ 141468 w 282892"/>
              <a:gd name="csY0" fmla="*/ 282693 h 282892"/>
              <a:gd name="csX1" fmla="*/ -73 w 282892"/>
              <a:gd name="csY1" fmla="*/ 141342 h 282892"/>
              <a:gd name="csX2" fmla="*/ 141278 w 282892"/>
              <a:gd name="csY2" fmla="*/ -200 h 282892"/>
              <a:gd name="csX3" fmla="*/ 282819 w 282892"/>
              <a:gd name="csY3" fmla="*/ 141151 h 282892"/>
              <a:gd name="csX4" fmla="*/ 282819 w 282892"/>
              <a:gd name="csY4" fmla="*/ 141246 h 282892"/>
              <a:gd name="csX5" fmla="*/ 141468 w 282892"/>
              <a:gd name="csY5" fmla="*/ 282693 h 282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2892" h="282892">
                <a:moveTo>
                  <a:pt x="141468" y="282693"/>
                </a:moveTo>
                <a:cubicBezTo>
                  <a:pt x="63350" y="282750"/>
                  <a:pt x="-21" y="219456"/>
                  <a:pt x="-73" y="141342"/>
                </a:cubicBezTo>
                <a:cubicBezTo>
                  <a:pt x="-126" y="63227"/>
                  <a:pt x="63159" y="-143"/>
                  <a:pt x="141278" y="-200"/>
                </a:cubicBezTo>
                <a:cubicBezTo>
                  <a:pt x="219392" y="-248"/>
                  <a:pt x="282762" y="63037"/>
                  <a:pt x="282819" y="141151"/>
                </a:cubicBezTo>
                <a:cubicBezTo>
                  <a:pt x="282819" y="141180"/>
                  <a:pt x="282819" y="141218"/>
                  <a:pt x="282819" y="141246"/>
                </a:cubicBezTo>
                <a:cubicBezTo>
                  <a:pt x="282819" y="219332"/>
                  <a:pt x="219554" y="282645"/>
                  <a:pt x="141468" y="28269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9BC955C-3CD1-2FF4-2D44-D8B4E427292F}"/>
              </a:ext>
            </a:extLst>
          </p:cNvPr>
          <p:cNvSpPr/>
          <p:nvPr/>
        </p:nvSpPr>
        <p:spPr>
          <a:xfrm>
            <a:off x="5492654" y="4547683"/>
            <a:ext cx="763813" cy="763813"/>
          </a:xfrm>
          <a:custGeom>
            <a:avLst/>
            <a:gdLst>
              <a:gd name="csX0" fmla="*/ 258911 w 517969"/>
              <a:gd name="csY0" fmla="*/ 517769 h 517969"/>
              <a:gd name="csX1" fmla="*/ -73 w 517969"/>
              <a:gd name="csY1" fmla="*/ 258784 h 517969"/>
              <a:gd name="csX2" fmla="*/ 258911 w 517969"/>
              <a:gd name="csY2" fmla="*/ -200 h 517969"/>
              <a:gd name="csX3" fmla="*/ 517896 w 517969"/>
              <a:gd name="csY3" fmla="*/ 258784 h 517969"/>
              <a:gd name="csX4" fmla="*/ 259102 w 517969"/>
              <a:gd name="csY4" fmla="*/ 517769 h 517969"/>
              <a:gd name="csX5" fmla="*/ 258911 w 517969"/>
              <a:gd name="csY5" fmla="*/ 517769 h 517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17969" h="517969">
                <a:moveTo>
                  <a:pt x="258911" y="517769"/>
                </a:moveTo>
                <a:cubicBezTo>
                  <a:pt x="115878" y="517769"/>
                  <a:pt x="-73" y="401822"/>
                  <a:pt x="-73" y="258784"/>
                </a:cubicBezTo>
                <a:cubicBezTo>
                  <a:pt x="-73" y="115748"/>
                  <a:pt x="115878" y="-200"/>
                  <a:pt x="258911" y="-200"/>
                </a:cubicBezTo>
                <a:cubicBezTo>
                  <a:pt x="401948" y="-200"/>
                  <a:pt x="517896" y="115748"/>
                  <a:pt x="517896" y="258784"/>
                </a:cubicBezTo>
                <a:cubicBezTo>
                  <a:pt x="517953" y="401765"/>
                  <a:pt x="402082" y="517712"/>
                  <a:pt x="259102" y="517769"/>
                </a:cubicBezTo>
                <a:cubicBezTo>
                  <a:pt x="259035" y="517769"/>
                  <a:pt x="258978" y="517769"/>
                  <a:pt x="258911" y="51776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3B7612C-9110-D48C-E8BC-9A99A7A7B606}"/>
              </a:ext>
            </a:extLst>
          </p:cNvPr>
          <p:cNvSpPr/>
          <p:nvPr/>
        </p:nvSpPr>
        <p:spPr>
          <a:xfrm>
            <a:off x="11149623" y="2858107"/>
            <a:ext cx="417161" cy="417161"/>
          </a:xfrm>
          <a:custGeom>
            <a:avLst/>
            <a:gdLst>
              <a:gd name="csX0" fmla="*/ 141373 w 282892"/>
              <a:gd name="csY0" fmla="*/ 282693 h 282892"/>
              <a:gd name="csX1" fmla="*/ -73 w 282892"/>
              <a:gd name="csY1" fmla="*/ 141246 h 282892"/>
              <a:gd name="csX2" fmla="*/ 141373 w 282892"/>
              <a:gd name="csY2" fmla="*/ -200 h 282892"/>
              <a:gd name="csX3" fmla="*/ 282819 w 282892"/>
              <a:gd name="csY3" fmla="*/ 141246 h 282892"/>
              <a:gd name="csX4" fmla="*/ 141373 w 282892"/>
              <a:gd name="csY4" fmla="*/ 282693 h 282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2892" h="282892">
                <a:moveTo>
                  <a:pt x="141373" y="282693"/>
                </a:moveTo>
                <a:cubicBezTo>
                  <a:pt x="63258" y="282693"/>
                  <a:pt x="-73" y="219361"/>
                  <a:pt x="-73" y="141246"/>
                </a:cubicBezTo>
                <a:cubicBezTo>
                  <a:pt x="-73" y="63132"/>
                  <a:pt x="63258" y="-200"/>
                  <a:pt x="141373" y="-200"/>
                </a:cubicBezTo>
                <a:cubicBezTo>
                  <a:pt x="219487" y="-200"/>
                  <a:pt x="282819" y="63132"/>
                  <a:pt x="282819" y="141246"/>
                </a:cubicBezTo>
                <a:cubicBezTo>
                  <a:pt x="282819" y="219361"/>
                  <a:pt x="219487" y="282693"/>
                  <a:pt x="141373" y="282693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CB34E72-0687-7D2C-E2FA-A8C1797D23D7}"/>
              </a:ext>
            </a:extLst>
          </p:cNvPr>
          <p:cNvSpPr/>
          <p:nvPr/>
        </p:nvSpPr>
        <p:spPr>
          <a:xfrm>
            <a:off x="8205752" y="460338"/>
            <a:ext cx="417161" cy="417161"/>
          </a:xfrm>
          <a:custGeom>
            <a:avLst/>
            <a:gdLst>
              <a:gd name="csX0" fmla="*/ 141468 w 282892"/>
              <a:gd name="csY0" fmla="*/ 282693 h 282892"/>
              <a:gd name="csX1" fmla="*/ -73 w 282892"/>
              <a:gd name="csY1" fmla="*/ 141342 h 282892"/>
              <a:gd name="csX2" fmla="*/ 141278 w 282892"/>
              <a:gd name="csY2" fmla="*/ -200 h 282892"/>
              <a:gd name="csX3" fmla="*/ 282819 w 282892"/>
              <a:gd name="csY3" fmla="*/ 141151 h 282892"/>
              <a:gd name="csX4" fmla="*/ 282819 w 282892"/>
              <a:gd name="csY4" fmla="*/ 141246 h 282892"/>
              <a:gd name="csX5" fmla="*/ 141468 w 282892"/>
              <a:gd name="csY5" fmla="*/ 282693 h 282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2892" h="282892">
                <a:moveTo>
                  <a:pt x="141468" y="282693"/>
                </a:moveTo>
                <a:cubicBezTo>
                  <a:pt x="63354" y="282750"/>
                  <a:pt x="-16" y="219456"/>
                  <a:pt x="-73" y="141342"/>
                </a:cubicBezTo>
                <a:cubicBezTo>
                  <a:pt x="-130" y="63227"/>
                  <a:pt x="63163" y="-143"/>
                  <a:pt x="141278" y="-200"/>
                </a:cubicBezTo>
                <a:cubicBezTo>
                  <a:pt x="219392" y="-257"/>
                  <a:pt x="282762" y="63036"/>
                  <a:pt x="282819" y="141151"/>
                </a:cubicBezTo>
                <a:cubicBezTo>
                  <a:pt x="282819" y="141180"/>
                  <a:pt x="282819" y="141218"/>
                  <a:pt x="282819" y="141246"/>
                </a:cubicBezTo>
                <a:cubicBezTo>
                  <a:pt x="282819" y="219332"/>
                  <a:pt x="219554" y="282635"/>
                  <a:pt x="141468" y="282693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A8B0C3E-8635-6F09-0D49-C07A04B48A9E}"/>
              </a:ext>
            </a:extLst>
          </p:cNvPr>
          <p:cNvSpPr/>
          <p:nvPr/>
        </p:nvSpPr>
        <p:spPr>
          <a:xfrm>
            <a:off x="11411158" y="3432863"/>
            <a:ext cx="196642" cy="196642"/>
          </a:xfrm>
          <a:custGeom>
            <a:avLst/>
            <a:gdLst>
              <a:gd name="csX0" fmla="*/ 66602 w 133350"/>
              <a:gd name="csY0" fmla="*/ 133150 h 133350"/>
              <a:gd name="csX1" fmla="*/ -73 w 133350"/>
              <a:gd name="csY1" fmla="*/ 66475 h 133350"/>
              <a:gd name="csX2" fmla="*/ 66602 w 133350"/>
              <a:gd name="csY2" fmla="*/ -200 h 133350"/>
              <a:gd name="csX3" fmla="*/ 133277 w 133350"/>
              <a:gd name="csY3" fmla="*/ 66475 h 133350"/>
              <a:gd name="csX4" fmla="*/ 66602 w 133350"/>
              <a:gd name="csY4" fmla="*/ 133150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3350" h="133350">
                <a:moveTo>
                  <a:pt x="66602" y="133150"/>
                </a:moveTo>
                <a:cubicBezTo>
                  <a:pt x="29778" y="133150"/>
                  <a:pt x="-73" y="103299"/>
                  <a:pt x="-73" y="66475"/>
                </a:cubicBezTo>
                <a:cubicBezTo>
                  <a:pt x="-73" y="29651"/>
                  <a:pt x="29778" y="-200"/>
                  <a:pt x="66602" y="-200"/>
                </a:cubicBezTo>
                <a:cubicBezTo>
                  <a:pt x="103425" y="-200"/>
                  <a:pt x="133277" y="29651"/>
                  <a:pt x="133277" y="66475"/>
                </a:cubicBezTo>
                <a:cubicBezTo>
                  <a:pt x="133277" y="103299"/>
                  <a:pt x="103425" y="133150"/>
                  <a:pt x="66602" y="13315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7045013-833D-F1B8-B00D-3B6DEF68C11D}"/>
              </a:ext>
            </a:extLst>
          </p:cNvPr>
          <p:cNvSpPr/>
          <p:nvPr/>
        </p:nvSpPr>
        <p:spPr>
          <a:xfrm>
            <a:off x="8830231" y="668919"/>
            <a:ext cx="196642" cy="196642"/>
          </a:xfrm>
          <a:custGeom>
            <a:avLst/>
            <a:gdLst>
              <a:gd name="csX0" fmla="*/ 66602 w 133350"/>
              <a:gd name="csY0" fmla="*/ 133150 h 133350"/>
              <a:gd name="csX1" fmla="*/ -73 w 133350"/>
              <a:gd name="csY1" fmla="*/ 66475 h 133350"/>
              <a:gd name="csX2" fmla="*/ 66602 w 133350"/>
              <a:gd name="csY2" fmla="*/ -200 h 133350"/>
              <a:gd name="csX3" fmla="*/ 133277 w 133350"/>
              <a:gd name="csY3" fmla="*/ 66475 h 133350"/>
              <a:gd name="csX4" fmla="*/ 66602 w 133350"/>
              <a:gd name="csY4" fmla="*/ 133150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3350" h="133350">
                <a:moveTo>
                  <a:pt x="66602" y="133150"/>
                </a:moveTo>
                <a:cubicBezTo>
                  <a:pt x="29778" y="133150"/>
                  <a:pt x="-73" y="103299"/>
                  <a:pt x="-73" y="66475"/>
                </a:cubicBezTo>
                <a:cubicBezTo>
                  <a:pt x="-73" y="29651"/>
                  <a:pt x="29778" y="-200"/>
                  <a:pt x="66602" y="-200"/>
                </a:cubicBezTo>
                <a:cubicBezTo>
                  <a:pt x="103425" y="-200"/>
                  <a:pt x="133277" y="29651"/>
                  <a:pt x="133277" y="66475"/>
                </a:cubicBezTo>
                <a:cubicBezTo>
                  <a:pt x="133277" y="103299"/>
                  <a:pt x="103425" y="133150"/>
                  <a:pt x="66602" y="13315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A6147E9-79AF-63E2-0927-2E99F3A10BBE}"/>
              </a:ext>
            </a:extLst>
          </p:cNvPr>
          <p:cNvSpPr/>
          <p:nvPr/>
        </p:nvSpPr>
        <p:spPr>
          <a:xfrm>
            <a:off x="9074629" y="6201021"/>
            <a:ext cx="196642" cy="196642"/>
          </a:xfrm>
          <a:custGeom>
            <a:avLst/>
            <a:gdLst>
              <a:gd name="csX0" fmla="*/ 66602 w 133350"/>
              <a:gd name="csY0" fmla="*/ 133150 h 133350"/>
              <a:gd name="csX1" fmla="*/ -73 w 133350"/>
              <a:gd name="csY1" fmla="*/ 66475 h 133350"/>
              <a:gd name="csX2" fmla="*/ 66602 w 133350"/>
              <a:gd name="csY2" fmla="*/ -200 h 133350"/>
              <a:gd name="csX3" fmla="*/ 133277 w 133350"/>
              <a:gd name="csY3" fmla="*/ 66475 h 133350"/>
              <a:gd name="csX4" fmla="*/ 66602 w 133350"/>
              <a:gd name="csY4" fmla="*/ 133150 h 133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3350" h="133350">
                <a:moveTo>
                  <a:pt x="66602" y="133150"/>
                </a:moveTo>
                <a:cubicBezTo>
                  <a:pt x="29778" y="133150"/>
                  <a:pt x="-73" y="103299"/>
                  <a:pt x="-73" y="66475"/>
                </a:cubicBezTo>
                <a:cubicBezTo>
                  <a:pt x="-73" y="29652"/>
                  <a:pt x="29778" y="-200"/>
                  <a:pt x="66602" y="-200"/>
                </a:cubicBezTo>
                <a:cubicBezTo>
                  <a:pt x="103425" y="-200"/>
                  <a:pt x="133277" y="29652"/>
                  <a:pt x="133277" y="66475"/>
                </a:cubicBezTo>
                <a:cubicBezTo>
                  <a:pt x="133277" y="103299"/>
                  <a:pt x="103425" y="133150"/>
                  <a:pt x="66602" y="13315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B8347BE-A6CB-4F8E-62E6-87C82C2DA8F2}"/>
              </a:ext>
            </a:extLst>
          </p:cNvPr>
          <p:cNvSpPr/>
          <p:nvPr/>
        </p:nvSpPr>
        <p:spPr>
          <a:xfrm>
            <a:off x="9328297" y="4170270"/>
            <a:ext cx="1873576" cy="1874419"/>
          </a:xfrm>
          <a:custGeom>
            <a:avLst/>
            <a:gdLst>
              <a:gd name="csX0" fmla="*/ 1270467 w 1270539"/>
              <a:gd name="csY0" fmla="*/ 1896 h 1271111"/>
              <a:gd name="csX1" fmla="*/ 1263132 w 1270539"/>
              <a:gd name="csY1" fmla="*/ 60950 h 1271111"/>
              <a:gd name="csX2" fmla="*/ 1252274 w 1270539"/>
              <a:gd name="csY2" fmla="*/ 119624 h 1271111"/>
              <a:gd name="csX3" fmla="*/ 1245702 w 1270539"/>
              <a:gd name="csY3" fmla="*/ 148676 h 1271111"/>
              <a:gd name="csX4" fmla="*/ 1242177 w 1270539"/>
              <a:gd name="csY4" fmla="*/ 163249 h 1271111"/>
              <a:gd name="csX5" fmla="*/ 1238653 w 1270539"/>
              <a:gd name="csY5" fmla="*/ 177822 h 1271111"/>
              <a:gd name="csX6" fmla="*/ 1230652 w 1270539"/>
              <a:gd name="csY6" fmla="*/ 206397 h 1271111"/>
              <a:gd name="csX7" fmla="*/ 1226556 w 1270539"/>
              <a:gd name="csY7" fmla="*/ 220780 h 1271111"/>
              <a:gd name="csX8" fmla="*/ 1222270 w 1270539"/>
              <a:gd name="csY8" fmla="*/ 235163 h 1271111"/>
              <a:gd name="csX9" fmla="*/ 1131687 w 1270539"/>
              <a:gd name="csY9" fmla="*/ 457857 h 1271111"/>
              <a:gd name="csX10" fmla="*/ 1005195 w 1270539"/>
              <a:gd name="csY10" fmla="*/ 663788 h 1271111"/>
              <a:gd name="csX11" fmla="*/ 663724 w 1270539"/>
              <a:gd name="csY11" fmla="*/ 1005545 h 1271111"/>
              <a:gd name="csX12" fmla="*/ 614099 w 1270539"/>
              <a:gd name="csY12" fmla="*/ 1040311 h 1271111"/>
              <a:gd name="csX13" fmla="*/ 607908 w 1270539"/>
              <a:gd name="csY13" fmla="*/ 1044597 h 1271111"/>
              <a:gd name="csX14" fmla="*/ 601526 w 1270539"/>
              <a:gd name="csY14" fmla="*/ 1048693 h 1271111"/>
              <a:gd name="csX15" fmla="*/ 588762 w 1270539"/>
              <a:gd name="csY15" fmla="*/ 1056789 h 1271111"/>
              <a:gd name="csX16" fmla="*/ 563235 w 1270539"/>
              <a:gd name="csY16" fmla="*/ 1072982 h 1271111"/>
              <a:gd name="csX17" fmla="*/ 556854 w 1270539"/>
              <a:gd name="csY17" fmla="*/ 1077078 h 1271111"/>
              <a:gd name="csX18" fmla="*/ 550377 w 1270539"/>
              <a:gd name="csY18" fmla="*/ 1080887 h 1271111"/>
              <a:gd name="csX19" fmla="*/ 537232 w 1270539"/>
              <a:gd name="csY19" fmla="*/ 1088508 h 1271111"/>
              <a:gd name="csX20" fmla="*/ 511134 w 1270539"/>
              <a:gd name="csY20" fmla="*/ 1103557 h 1271111"/>
              <a:gd name="csX21" fmla="*/ 504561 w 1270539"/>
              <a:gd name="csY21" fmla="*/ 1107367 h 1271111"/>
              <a:gd name="csX22" fmla="*/ 497894 w 1270539"/>
              <a:gd name="csY22" fmla="*/ 1110891 h 1271111"/>
              <a:gd name="csX23" fmla="*/ 484559 w 1270539"/>
              <a:gd name="csY23" fmla="*/ 1117940 h 1271111"/>
              <a:gd name="csX24" fmla="*/ 457794 w 1270539"/>
              <a:gd name="csY24" fmla="*/ 1132036 h 1271111"/>
              <a:gd name="csX25" fmla="*/ 235099 w 1270539"/>
              <a:gd name="csY25" fmla="*/ 1222619 h 1271111"/>
              <a:gd name="csX26" fmla="*/ 220716 w 1270539"/>
              <a:gd name="csY26" fmla="*/ 1226810 h 1271111"/>
              <a:gd name="csX27" fmla="*/ 206334 w 1270539"/>
              <a:gd name="csY27" fmla="*/ 1230906 h 1271111"/>
              <a:gd name="csX28" fmla="*/ 177759 w 1270539"/>
              <a:gd name="csY28" fmla="*/ 1239003 h 1271111"/>
              <a:gd name="csX29" fmla="*/ 163280 w 1270539"/>
              <a:gd name="csY29" fmla="*/ 1242527 h 1271111"/>
              <a:gd name="csX30" fmla="*/ 148707 w 1270539"/>
              <a:gd name="csY30" fmla="*/ 1246051 h 1271111"/>
              <a:gd name="csX31" fmla="*/ 119656 w 1270539"/>
              <a:gd name="csY31" fmla="*/ 1252623 h 1271111"/>
              <a:gd name="csX32" fmla="*/ 61077 w 1270539"/>
              <a:gd name="csY32" fmla="*/ 1263482 h 1271111"/>
              <a:gd name="csX33" fmla="*/ 1927 w 1270539"/>
              <a:gd name="csY33" fmla="*/ 1270911 h 1271111"/>
              <a:gd name="csX34" fmla="*/ -73 w 1270539"/>
              <a:gd name="csY34" fmla="*/ 1263577 h 1271111"/>
              <a:gd name="csX35" fmla="*/ 427028 w 1270539"/>
              <a:gd name="csY35" fmla="*/ 1079173 h 1271111"/>
              <a:gd name="csX36" fmla="*/ 451888 w 1270539"/>
              <a:gd name="csY36" fmla="*/ 1064028 h 1271111"/>
              <a:gd name="csX37" fmla="*/ 464366 w 1270539"/>
              <a:gd name="csY37" fmla="*/ 1056409 h 1271111"/>
              <a:gd name="csX38" fmla="*/ 470557 w 1270539"/>
              <a:gd name="csY38" fmla="*/ 1052598 h 1271111"/>
              <a:gd name="csX39" fmla="*/ 476653 w 1270539"/>
              <a:gd name="csY39" fmla="*/ 1048693 h 1271111"/>
              <a:gd name="csX40" fmla="*/ 501037 w 1270539"/>
              <a:gd name="csY40" fmla="*/ 1032786 h 1271111"/>
              <a:gd name="csX41" fmla="*/ 513229 w 1270539"/>
              <a:gd name="csY41" fmla="*/ 1024880 h 1271111"/>
              <a:gd name="csX42" fmla="*/ 519325 w 1270539"/>
              <a:gd name="csY42" fmla="*/ 1020880 h 1271111"/>
              <a:gd name="csX43" fmla="*/ 525326 w 1270539"/>
              <a:gd name="csY43" fmla="*/ 1016689 h 1271111"/>
              <a:gd name="csX44" fmla="*/ 549234 w 1270539"/>
              <a:gd name="csY44" fmla="*/ 1000020 h 1271111"/>
              <a:gd name="csX45" fmla="*/ 561140 w 1270539"/>
              <a:gd name="csY45" fmla="*/ 991733 h 1271111"/>
              <a:gd name="csX46" fmla="*/ 567236 w 1270539"/>
              <a:gd name="csY46" fmla="*/ 987638 h 1271111"/>
              <a:gd name="csX47" fmla="*/ 573046 w 1270539"/>
              <a:gd name="csY47" fmla="*/ 983256 h 1271111"/>
              <a:gd name="csX48" fmla="*/ 596382 w 1270539"/>
              <a:gd name="csY48" fmla="*/ 965921 h 1271111"/>
              <a:gd name="csX49" fmla="*/ 608098 w 1270539"/>
              <a:gd name="csY49" fmla="*/ 957253 h 1271111"/>
              <a:gd name="csX50" fmla="*/ 613908 w 1270539"/>
              <a:gd name="csY50" fmla="*/ 952871 h 1271111"/>
              <a:gd name="csX51" fmla="*/ 619623 w 1270539"/>
              <a:gd name="csY51" fmla="*/ 948299 h 1271111"/>
              <a:gd name="csX52" fmla="*/ 948236 w 1270539"/>
              <a:gd name="csY52" fmla="*/ 619592 h 1271111"/>
              <a:gd name="csX53" fmla="*/ 952808 w 1270539"/>
              <a:gd name="csY53" fmla="*/ 613877 h 1271111"/>
              <a:gd name="csX54" fmla="*/ 957189 w 1270539"/>
              <a:gd name="csY54" fmla="*/ 608067 h 1271111"/>
              <a:gd name="csX55" fmla="*/ 965857 w 1270539"/>
              <a:gd name="csY55" fmla="*/ 596351 h 1271111"/>
              <a:gd name="csX56" fmla="*/ 983288 w 1270539"/>
              <a:gd name="csY56" fmla="*/ 573015 h 1271111"/>
              <a:gd name="csX57" fmla="*/ 987574 w 1270539"/>
              <a:gd name="csY57" fmla="*/ 567204 h 1271111"/>
              <a:gd name="csX58" fmla="*/ 991765 w 1270539"/>
              <a:gd name="csY58" fmla="*/ 561203 h 1271111"/>
              <a:gd name="csX59" fmla="*/ 1000052 w 1270539"/>
              <a:gd name="csY59" fmla="*/ 549297 h 1271111"/>
              <a:gd name="csX60" fmla="*/ 1016721 w 1270539"/>
              <a:gd name="csY60" fmla="*/ 525294 h 1271111"/>
              <a:gd name="csX61" fmla="*/ 1020816 w 1270539"/>
              <a:gd name="csY61" fmla="*/ 519389 h 1271111"/>
              <a:gd name="csX62" fmla="*/ 1024817 w 1270539"/>
              <a:gd name="csY62" fmla="*/ 513293 h 1271111"/>
              <a:gd name="csX63" fmla="*/ 1032722 w 1270539"/>
              <a:gd name="csY63" fmla="*/ 501101 h 1271111"/>
              <a:gd name="csX64" fmla="*/ 1048629 w 1270539"/>
              <a:gd name="csY64" fmla="*/ 476621 h 1271111"/>
              <a:gd name="csX65" fmla="*/ 1052630 w 1270539"/>
              <a:gd name="csY65" fmla="*/ 470526 h 1271111"/>
              <a:gd name="csX66" fmla="*/ 1056440 w 1270539"/>
              <a:gd name="csY66" fmla="*/ 464334 h 1271111"/>
              <a:gd name="csX67" fmla="*/ 1064060 w 1270539"/>
              <a:gd name="csY67" fmla="*/ 451856 h 1271111"/>
              <a:gd name="csX68" fmla="*/ 1079205 w 1270539"/>
              <a:gd name="csY68" fmla="*/ 426996 h 1271111"/>
              <a:gd name="csX69" fmla="*/ 1263513 w 1270539"/>
              <a:gd name="csY69" fmla="*/ -200 h 12711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</a:cxnLst>
            <a:rect l="l" t="t" r="r" b="b"/>
            <a:pathLst>
              <a:path w="1270539" h="1271111">
                <a:moveTo>
                  <a:pt x="1270467" y="1896"/>
                </a:moveTo>
                <a:cubicBezTo>
                  <a:pt x="1268466" y="21612"/>
                  <a:pt x="1265895" y="41234"/>
                  <a:pt x="1263132" y="60950"/>
                </a:cubicBezTo>
                <a:cubicBezTo>
                  <a:pt x="1260370" y="80667"/>
                  <a:pt x="1256274" y="100098"/>
                  <a:pt x="1252274" y="119624"/>
                </a:cubicBezTo>
                <a:cubicBezTo>
                  <a:pt x="1250178" y="129149"/>
                  <a:pt x="1247988" y="138674"/>
                  <a:pt x="1245702" y="148676"/>
                </a:cubicBezTo>
                <a:lnTo>
                  <a:pt x="1242177" y="163249"/>
                </a:lnTo>
                <a:cubicBezTo>
                  <a:pt x="1241034" y="168107"/>
                  <a:pt x="1239987" y="172774"/>
                  <a:pt x="1238653" y="177822"/>
                </a:cubicBezTo>
                <a:cubicBezTo>
                  <a:pt x="1236081" y="187347"/>
                  <a:pt x="1233319" y="196872"/>
                  <a:pt x="1230652" y="206397"/>
                </a:cubicBezTo>
                <a:lnTo>
                  <a:pt x="1226556" y="220780"/>
                </a:lnTo>
                <a:cubicBezTo>
                  <a:pt x="1225128" y="225638"/>
                  <a:pt x="1223889" y="230305"/>
                  <a:pt x="1222270" y="235163"/>
                </a:cubicBezTo>
                <a:cubicBezTo>
                  <a:pt x="1198467" y="311839"/>
                  <a:pt x="1168159" y="386334"/>
                  <a:pt x="1131687" y="457857"/>
                </a:cubicBezTo>
                <a:cubicBezTo>
                  <a:pt x="1095206" y="529828"/>
                  <a:pt x="1052897" y="598703"/>
                  <a:pt x="1005195" y="663788"/>
                </a:cubicBezTo>
                <a:cubicBezTo>
                  <a:pt x="909736" y="794680"/>
                  <a:pt x="794540" y="909971"/>
                  <a:pt x="663724" y="1005545"/>
                </a:cubicBezTo>
                <a:cubicBezTo>
                  <a:pt x="647531" y="1017546"/>
                  <a:pt x="630768" y="1028786"/>
                  <a:pt x="614099" y="1040311"/>
                </a:cubicBezTo>
                <a:lnTo>
                  <a:pt x="607908" y="1044597"/>
                </a:lnTo>
                <a:lnTo>
                  <a:pt x="601526" y="1048693"/>
                </a:lnTo>
                <a:lnTo>
                  <a:pt x="588762" y="1056789"/>
                </a:lnTo>
                <a:lnTo>
                  <a:pt x="563235" y="1072982"/>
                </a:lnTo>
                <a:lnTo>
                  <a:pt x="556854" y="1077078"/>
                </a:lnTo>
                <a:lnTo>
                  <a:pt x="550377" y="1080887"/>
                </a:lnTo>
                <a:lnTo>
                  <a:pt x="537232" y="1088508"/>
                </a:lnTo>
                <a:cubicBezTo>
                  <a:pt x="528564" y="1093556"/>
                  <a:pt x="519896" y="1098699"/>
                  <a:pt x="511134" y="1103557"/>
                </a:cubicBezTo>
                <a:lnTo>
                  <a:pt x="504561" y="1107367"/>
                </a:lnTo>
                <a:lnTo>
                  <a:pt x="497894" y="1110891"/>
                </a:lnTo>
                <a:lnTo>
                  <a:pt x="484559" y="1117940"/>
                </a:lnTo>
                <a:lnTo>
                  <a:pt x="457794" y="1132036"/>
                </a:lnTo>
                <a:cubicBezTo>
                  <a:pt x="386232" y="1168413"/>
                  <a:pt x="311737" y="1198721"/>
                  <a:pt x="235099" y="1222619"/>
                </a:cubicBezTo>
                <a:cubicBezTo>
                  <a:pt x="230337" y="1224144"/>
                  <a:pt x="225574" y="1225477"/>
                  <a:pt x="220716" y="1226810"/>
                </a:cubicBezTo>
                <a:lnTo>
                  <a:pt x="206334" y="1230906"/>
                </a:lnTo>
                <a:cubicBezTo>
                  <a:pt x="196809" y="1233669"/>
                  <a:pt x="187284" y="1236431"/>
                  <a:pt x="177759" y="1239003"/>
                </a:cubicBezTo>
                <a:cubicBezTo>
                  <a:pt x="172996" y="1240336"/>
                  <a:pt x="168234" y="1241384"/>
                  <a:pt x="163280" y="1242527"/>
                </a:cubicBezTo>
                <a:lnTo>
                  <a:pt x="148707" y="1246051"/>
                </a:lnTo>
                <a:cubicBezTo>
                  <a:pt x="139182" y="1248337"/>
                  <a:pt x="129657" y="1250433"/>
                  <a:pt x="119656" y="1252623"/>
                </a:cubicBezTo>
                <a:cubicBezTo>
                  <a:pt x="100606" y="1256624"/>
                  <a:pt x="80508" y="1260052"/>
                  <a:pt x="61077" y="1263482"/>
                </a:cubicBezTo>
                <a:cubicBezTo>
                  <a:pt x="41646" y="1266911"/>
                  <a:pt x="21644" y="1268911"/>
                  <a:pt x="1927" y="1270911"/>
                </a:cubicBezTo>
                <a:lnTo>
                  <a:pt x="-73" y="1263577"/>
                </a:lnTo>
                <a:cubicBezTo>
                  <a:pt x="149441" y="1220190"/>
                  <a:pt x="292925" y="1158240"/>
                  <a:pt x="427028" y="1079173"/>
                </a:cubicBezTo>
                <a:lnTo>
                  <a:pt x="451888" y="1064028"/>
                </a:lnTo>
                <a:lnTo>
                  <a:pt x="464366" y="1056409"/>
                </a:lnTo>
                <a:lnTo>
                  <a:pt x="470557" y="1052598"/>
                </a:lnTo>
                <a:lnTo>
                  <a:pt x="476653" y="1048693"/>
                </a:lnTo>
                <a:lnTo>
                  <a:pt x="501037" y="1032786"/>
                </a:lnTo>
                <a:lnTo>
                  <a:pt x="513229" y="1024880"/>
                </a:lnTo>
                <a:lnTo>
                  <a:pt x="519325" y="1020880"/>
                </a:lnTo>
                <a:lnTo>
                  <a:pt x="525326" y="1016689"/>
                </a:lnTo>
                <a:lnTo>
                  <a:pt x="549234" y="1000020"/>
                </a:lnTo>
                <a:lnTo>
                  <a:pt x="561140" y="991733"/>
                </a:lnTo>
                <a:lnTo>
                  <a:pt x="567236" y="987638"/>
                </a:lnTo>
                <a:lnTo>
                  <a:pt x="573046" y="983256"/>
                </a:lnTo>
                <a:lnTo>
                  <a:pt x="596382" y="965921"/>
                </a:lnTo>
                <a:lnTo>
                  <a:pt x="608098" y="957253"/>
                </a:lnTo>
                <a:lnTo>
                  <a:pt x="613908" y="952871"/>
                </a:lnTo>
                <a:lnTo>
                  <a:pt x="619623" y="948299"/>
                </a:lnTo>
                <a:cubicBezTo>
                  <a:pt x="742381" y="852802"/>
                  <a:pt x="852767" y="742378"/>
                  <a:pt x="948236" y="619592"/>
                </a:cubicBezTo>
                <a:lnTo>
                  <a:pt x="952808" y="613877"/>
                </a:lnTo>
                <a:lnTo>
                  <a:pt x="957189" y="608067"/>
                </a:lnTo>
                <a:lnTo>
                  <a:pt x="965857" y="596351"/>
                </a:lnTo>
                <a:lnTo>
                  <a:pt x="983288" y="573015"/>
                </a:lnTo>
                <a:lnTo>
                  <a:pt x="987574" y="567204"/>
                </a:lnTo>
                <a:lnTo>
                  <a:pt x="991765" y="561203"/>
                </a:lnTo>
                <a:lnTo>
                  <a:pt x="1000052" y="549297"/>
                </a:lnTo>
                <a:lnTo>
                  <a:pt x="1016721" y="525294"/>
                </a:lnTo>
                <a:lnTo>
                  <a:pt x="1020816" y="519389"/>
                </a:lnTo>
                <a:lnTo>
                  <a:pt x="1024817" y="513293"/>
                </a:lnTo>
                <a:lnTo>
                  <a:pt x="1032722" y="501101"/>
                </a:lnTo>
                <a:lnTo>
                  <a:pt x="1048629" y="476621"/>
                </a:lnTo>
                <a:lnTo>
                  <a:pt x="1052630" y="470526"/>
                </a:lnTo>
                <a:lnTo>
                  <a:pt x="1056440" y="464334"/>
                </a:lnTo>
                <a:lnTo>
                  <a:pt x="1064060" y="451856"/>
                </a:lnTo>
                <a:lnTo>
                  <a:pt x="1079205" y="426996"/>
                </a:lnTo>
                <a:cubicBezTo>
                  <a:pt x="1158262" y="292865"/>
                  <a:pt x="1220184" y="149342"/>
                  <a:pt x="1263513" y="-20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CA23DEF-6C50-41E8-91EA-FA45B97FBA77}"/>
              </a:ext>
            </a:extLst>
          </p:cNvPr>
          <p:cNvSpPr/>
          <p:nvPr/>
        </p:nvSpPr>
        <p:spPr>
          <a:xfrm>
            <a:off x="6002238" y="844351"/>
            <a:ext cx="1873014" cy="1874279"/>
          </a:xfrm>
          <a:custGeom>
            <a:avLst/>
            <a:gdLst>
              <a:gd name="csX0" fmla="*/ -73 w 1270158"/>
              <a:gd name="csY0" fmla="*/ 1268625 h 1271016"/>
              <a:gd name="csX1" fmla="*/ 7261 w 1270158"/>
              <a:gd name="csY1" fmla="*/ 1209475 h 1271016"/>
              <a:gd name="csX2" fmla="*/ 18024 w 1270158"/>
              <a:gd name="csY2" fmla="*/ 1150896 h 1271016"/>
              <a:gd name="csX3" fmla="*/ 24692 w 1270158"/>
              <a:gd name="csY3" fmla="*/ 1121750 h 1271016"/>
              <a:gd name="csX4" fmla="*/ 28121 w 1270158"/>
              <a:gd name="csY4" fmla="*/ 1107272 h 1271016"/>
              <a:gd name="csX5" fmla="*/ 31645 w 1270158"/>
              <a:gd name="csY5" fmla="*/ 1092698 h 1271016"/>
              <a:gd name="csX6" fmla="*/ 39741 w 1270158"/>
              <a:gd name="csY6" fmla="*/ 1064123 h 1271016"/>
              <a:gd name="csX7" fmla="*/ 43837 w 1270158"/>
              <a:gd name="csY7" fmla="*/ 1049646 h 1271016"/>
              <a:gd name="csX8" fmla="*/ 48028 w 1270158"/>
              <a:gd name="csY8" fmla="*/ 1035263 h 1271016"/>
              <a:gd name="csX9" fmla="*/ 138706 w 1270158"/>
              <a:gd name="csY9" fmla="*/ 812663 h 1271016"/>
              <a:gd name="csX10" fmla="*/ 265007 w 1270158"/>
              <a:gd name="csY10" fmla="*/ 606638 h 1271016"/>
              <a:gd name="csX11" fmla="*/ 606765 w 1270158"/>
              <a:gd name="csY11" fmla="*/ 265167 h 1271016"/>
              <a:gd name="csX12" fmla="*/ 656390 w 1270158"/>
              <a:gd name="csY12" fmla="*/ 230400 h 1271016"/>
              <a:gd name="csX13" fmla="*/ 662581 w 1270158"/>
              <a:gd name="csY13" fmla="*/ 226114 h 1271016"/>
              <a:gd name="csX14" fmla="*/ 668963 w 1270158"/>
              <a:gd name="csY14" fmla="*/ 222018 h 1271016"/>
              <a:gd name="csX15" fmla="*/ 681726 w 1270158"/>
              <a:gd name="csY15" fmla="*/ 213922 h 1271016"/>
              <a:gd name="csX16" fmla="*/ 707253 w 1270158"/>
              <a:gd name="csY16" fmla="*/ 197729 h 1271016"/>
              <a:gd name="csX17" fmla="*/ 713635 w 1270158"/>
              <a:gd name="csY17" fmla="*/ 193634 h 1271016"/>
              <a:gd name="csX18" fmla="*/ 720207 w 1270158"/>
              <a:gd name="csY18" fmla="*/ 189824 h 1271016"/>
              <a:gd name="csX19" fmla="*/ 733257 w 1270158"/>
              <a:gd name="csY19" fmla="*/ 182204 h 1271016"/>
              <a:gd name="csX20" fmla="*/ 759450 w 1270158"/>
              <a:gd name="csY20" fmla="*/ 167059 h 1271016"/>
              <a:gd name="csX21" fmla="*/ 765927 w 1270158"/>
              <a:gd name="csY21" fmla="*/ 163344 h 1271016"/>
              <a:gd name="csX22" fmla="*/ 772595 w 1270158"/>
              <a:gd name="csY22" fmla="*/ 159820 h 1271016"/>
              <a:gd name="csX23" fmla="*/ 786025 w 1270158"/>
              <a:gd name="csY23" fmla="*/ 152771 h 1271016"/>
              <a:gd name="csX24" fmla="*/ 812695 w 1270158"/>
              <a:gd name="csY24" fmla="*/ 138675 h 1271016"/>
              <a:gd name="csX25" fmla="*/ 1035294 w 1270158"/>
              <a:gd name="csY25" fmla="*/ 48092 h 1271016"/>
              <a:gd name="csX26" fmla="*/ 1049582 w 1270158"/>
              <a:gd name="csY26" fmla="*/ 43805 h 1271016"/>
              <a:gd name="csX27" fmla="*/ 1064060 w 1270158"/>
              <a:gd name="csY27" fmla="*/ 39805 h 1271016"/>
              <a:gd name="csX28" fmla="*/ 1092635 w 1270158"/>
              <a:gd name="csY28" fmla="*/ 31709 h 1271016"/>
              <a:gd name="csX29" fmla="*/ 1107113 w 1270158"/>
              <a:gd name="csY29" fmla="*/ 28184 h 1271016"/>
              <a:gd name="csX30" fmla="*/ 1121686 w 1270158"/>
              <a:gd name="csY30" fmla="*/ 24660 h 1271016"/>
              <a:gd name="csX31" fmla="*/ 1150261 w 1270158"/>
              <a:gd name="csY31" fmla="*/ 18088 h 1271016"/>
              <a:gd name="csX32" fmla="*/ 1208935 w 1270158"/>
              <a:gd name="csY32" fmla="*/ 7229 h 1271016"/>
              <a:gd name="csX33" fmla="*/ 1267990 w 1270158"/>
              <a:gd name="csY33" fmla="*/ -200 h 1271016"/>
              <a:gd name="csX34" fmla="*/ 1270086 w 1270158"/>
              <a:gd name="csY34" fmla="*/ 7134 h 1271016"/>
              <a:gd name="csX35" fmla="*/ 842985 w 1270158"/>
              <a:gd name="csY35" fmla="*/ 191538 h 1271016"/>
              <a:gd name="csX36" fmla="*/ 818029 w 1270158"/>
              <a:gd name="csY36" fmla="*/ 206683 h 1271016"/>
              <a:gd name="csX37" fmla="*/ 805647 w 1270158"/>
              <a:gd name="csY37" fmla="*/ 214303 h 1271016"/>
              <a:gd name="csX38" fmla="*/ 799360 w 1270158"/>
              <a:gd name="csY38" fmla="*/ 218018 h 1271016"/>
              <a:gd name="csX39" fmla="*/ 793359 w 1270158"/>
              <a:gd name="csY39" fmla="*/ 222018 h 1271016"/>
              <a:gd name="csX40" fmla="*/ 768975 w 1270158"/>
              <a:gd name="csY40" fmla="*/ 237925 h 1271016"/>
              <a:gd name="csX41" fmla="*/ 756783 w 1270158"/>
              <a:gd name="csY41" fmla="*/ 245831 h 1271016"/>
              <a:gd name="csX42" fmla="*/ 750687 w 1270158"/>
              <a:gd name="csY42" fmla="*/ 249831 h 1271016"/>
              <a:gd name="csX43" fmla="*/ 744686 w 1270158"/>
              <a:gd name="csY43" fmla="*/ 254022 h 1271016"/>
              <a:gd name="csX44" fmla="*/ 721445 w 1270158"/>
              <a:gd name="csY44" fmla="*/ 270691 h 1271016"/>
              <a:gd name="csX45" fmla="*/ 709539 w 1270158"/>
              <a:gd name="csY45" fmla="*/ 279073 h 1271016"/>
              <a:gd name="csX46" fmla="*/ 703539 w 1270158"/>
              <a:gd name="csY46" fmla="*/ 283169 h 1271016"/>
              <a:gd name="csX47" fmla="*/ 697728 w 1270158"/>
              <a:gd name="csY47" fmla="*/ 287550 h 1271016"/>
              <a:gd name="csX48" fmla="*/ 674297 w 1270158"/>
              <a:gd name="csY48" fmla="*/ 304886 h 1271016"/>
              <a:gd name="csX49" fmla="*/ 662581 w 1270158"/>
              <a:gd name="csY49" fmla="*/ 313649 h 1271016"/>
              <a:gd name="csX50" fmla="*/ 656771 w 1270158"/>
              <a:gd name="csY50" fmla="*/ 317935 h 1271016"/>
              <a:gd name="csX51" fmla="*/ 651056 w 1270158"/>
              <a:gd name="csY51" fmla="*/ 322507 h 1271016"/>
              <a:gd name="csX52" fmla="*/ 322443 w 1270158"/>
              <a:gd name="csY52" fmla="*/ 651120 h 1271016"/>
              <a:gd name="csX53" fmla="*/ 317871 w 1270158"/>
              <a:gd name="csY53" fmla="*/ 656835 h 1271016"/>
              <a:gd name="csX54" fmla="*/ 313490 w 1270158"/>
              <a:gd name="csY54" fmla="*/ 662740 h 1271016"/>
              <a:gd name="csX55" fmla="*/ 304822 w 1270158"/>
              <a:gd name="csY55" fmla="*/ 674361 h 1271016"/>
              <a:gd name="csX56" fmla="*/ 287486 w 1270158"/>
              <a:gd name="csY56" fmla="*/ 697697 h 1271016"/>
              <a:gd name="csX57" fmla="*/ 283105 w 1270158"/>
              <a:gd name="csY57" fmla="*/ 703602 h 1271016"/>
              <a:gd name="csX58" fmla="*/ 278914 w 1270158"/>
              <a:gd name="csY58" fmla="*/ 709508 h 1271016"/>
              <a:gd name="csX59" fmla="*/ 270627 w 1270158"/>
              <a:gd name="csY59" fmla="*/ 721509 h 1271016"/>
              <a:gd name="csX60" fmla="*/ 253958 w 1270158"/>
              <a:gd name="csY60" fmla="*/ 745417 h 1271016"/>
              <a:gd name="csX61" fmla="*/ 249863 w 1270158"/>
              <a:gd name="csY61" fmla="*/ 751418 h 1271016"/>
              <a:gd name="csX62" fmla="*/ 245862 w 1270158"/>
              <a:gd name="csY62" fmla="*/ 757514 h 1271016"/>
              <a:gd name="csX63" fmla="*/ 237956 w 1270158"/>
              <a:gd name="csY63" fmla="*/ 769706 h 1271016"/>
              <a:gd name="csX64" fmla="*/ 222050 w 1270158"/>
              <a:gd name="csY64" fmla="*/ 794090 h 1271016"/>
              <a:gd name="csX65" fmla="*/ 218049 w 1270158"/>
              <a:gd name="csY65" fmla="*/ 800186 h 1271016"/>
              <a:gd name="csX66" fmla="*/ 214335 w 1270158"/>
              <a:gd name="csY66" fmla="*/ 806377 h 1271016"/>
              <a:gd name="csX67" fmla="*/ 206715 w 1270158"/>
              <a:gd name="csY67" fmla="*/ 818855 h 1271016"/>
              <a:gd name="csX68" fmla="*/ 191570 w 1270158"/>
              <a:gd name="csY68" fmla="*/ 843715 h 1271016"/>
              <a:gd name="csX69" fmla="*/ 7166 w 1270158"/>
              <a:gd name="csY69" fmla="*/ 1270816 h 12710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</a:cxnLst>
            <a:rect l="l" t="t" r="r" b="b"/>
            <a:pathLst>
              <a:path w="1270158" h="1271016">
                <a:moveTo>
                  <a:pt x="-73" y="1268625"/>
                </a:moveTo>
                <a:cubicBezTo>
                  <a:pt x="1832" y="1248813"/>
                  <a:pt x="4499" y="1229192"/>
                  <a:pt x="7261" y="1209475"/>
                </a:cubicBezTo>
                <a:cubicBezTo>
                  <a:pt x="10023" y="1189758"/>
                  <a:pt x="14024" y="1170423"/>
                  <a:pt x="18024" y="1150896"/>
                </a:cubicBezTo>
                <a:cubicBezTo>
                  <a:pt x="20215" y="1141371"/>
                  <a:pt x="22310" y="1131846"/>
                  <a:pt x="24692" y="1121750"/>
                </a:cubicBezTo>
                <a:lnTo>
                  <a:pt x="28121" y="1107272"/>
                </a:lnTo>
                <a:cubicBezTo>
                  <a:pt x="29264" y="1102414"/>
                  <a:pt x="30311" y="1097747"/>
                  <a:pt x="31645" y="1092698"/>
                </a:cubicBezTo>
                <a:cubicBezTo>
                  <a:pt x="34217" y="1083173"/>
                  <a:pt x="37074" y="1073648"/>
                  <a:pt x="39741" y="1064123"/>
                </a:cubicBezTo>
                <a:lnTo>
                  <a:pt x="43837" y="1049646"/>
                </a:lnTo>
                <a:cubicBezTo>
                  <a:pt x="45171" y="1044883"/>
                  <a:pt x="46504" y="1040121"/>
                  <a:pt x="48028" y="1035263"/>
                </a:cubicBezTo>
                <a:cubicBezTo>
                  <a:pt x="71926" y="958644"/>
                  <a:pt x="102263" y="884177"/>
                  <a:pt x="138706" y="812663"/>
                </a:cubicBezTo>
                <a:cubicBezTo>
                  <a:pt x="175158" y="740683"/>
                  <a:pt x="217402" y="671779"/>
                  <a:pt x="265007" y="606638"/>
                </a:cubicBezTo>
                <a:cubicBezTo>
                  <a:pt x="360629" y="475869"/>
                  <a:pt x="475910" y="360683"/>
                  <a:pt x="606765" y="265167"/>
                </a:cubicBezTo>
                <a:cubicBezTo>
                  <a:pt x="623052" y="253165"/>
                  <a:pt x="639816" y="241925"/>
                  <a:pt x="656390" y="230400"/>
                </a:cubicBezTo>
                <a:lnTo>
                  <a:pt x="662581" y="226114"/>
                </a:lnTo>
                <a:lnTo>
                  <a:pt x="668963" y="222018"/>
                </a:lnTo>
                <a:lnTo>
                  <a:pt x="681726" y="213922"/>
                </a:lnTo>
                <a:lnTo>
                  <a:pt x="707253" y="197729"/>
                </a:lnTo>
                <a:lnTo>
                  <a:pt x="713635" y="193634"/>
                </a:lnTo>
                <a:lnTo>
                  <a:pt x="720207" y="189824"/>
                </a:lnTo>
                <a:lnTo>
                  <a:pt x="733257" y="182204"/>
                </a:lnTo>
                <a:cubicBezTo>
                  <a:pt x="741924" y="177155"/>
                  <a:pt x="750687" y="172012"/>
                  <a:pt x="759450" y="167059"/>
                </a:cubicBezTo>
                <a:lnTo>
                  <a:pt x="765927" y="163344"/>
                </a:lnTo>
                <a:lnTo>
                  <a:pt x="772595" y="159820"/>
                </a:lnTo>
                <a:lnTo>
                  <a:pt x="786025" y="152771"/>
                </a:lnTo>
                <a:lnTo>
                  <a:pt x="812695" y="138675"/>
                </a:lnTo>
                <a:cubicBezTo>
                  <a:pt x="884218" y="102280"/>
                  <a:pt x="958685" y="71980"/>
                  <a:pt x="1035294" y="48092"/>
                </a:cubicBezTo>
                <a:cubicBezTo>
                  <a:pt x="1039961" y="46568"/>
                  <a:pt x="1044819" y="45234"/>
                  <a:pt x="1049582" y="43805"/>
                </a:cubicBezTo>
                <a:lnTo>
                  <a:pt x="1064060" y="39805"/>
                </a:lnTo>
                <a:cubicBezTo>
                  <a:pt x="1073585" y="37043"/>
                  <a:pt x="1083110" y="34280"/>
                  <a:pt x="1092635" y="31709"/>
                </a:cubicBezTo>
                <a:cubicBezTo>
                  <a:pt x="1097397" y="30375"/>
                  <a:pt x="1102160" y="29328"/>
                  <a:pt x="1107113" y="28184"/>
                </a:cubicBezTo>
                <a:lnTo>
                  <a:pt x="1121686" y="24660"/>
                </a:lnTo>
                <a:lnTo>
                  <a:pt x="1150261" y="18088"/>
                </a:lnTo>
                <a:cubicBezTo>
                  <a:pt x="1169787" y="13992"/>
                  <a:pt x="1189409" y="10658"/>
                  <a:pt x="1208935" y="7229"/>
                </a:cubicBezTo>
                <a:cubicBezTo>
                  <a:pt x="1228461" y="3800"/>
                  <a:pt x="1248273" y="1800"/>
                  <a:pt x="1267990" y="-200"/>
                </a:cubicBezTo>
                <a:lnTo>
                  <a:pt x="1270086" y="7134"/>
                </a:lnTo>
                <a:cubicBezTo>
                  <a:pt x="1120543" y="50444"/>
                  <a:pt x="977049" y="112395"/>
                  <a:pt x="842985" y="191538"/>
                </a:cubicBezTo>
                <a:lnTo>
                  <a:pt x="818029" y="206683"/>
                </a:lnTo>
                <a:lnTo>
                  <a:pt x="805647" y="214303"/>
                </a:lnTo>
                <a:lnTo>
                  <a:pt x="799360" y="218018"/>
                </a:lnTo>
                <a:lnTo>
                  <a:pt x="793359" y="222018"/>
                </a:lnTo>
                <a:lnTo>
                  <a:pt x="768975" y="237925"/>
                </a:lnTo>
                <a:lnTo>
                  <a:pt x="756783" y="245831"/>
                </a:lnTo>
                <a:lnTo>
                  <a:pt x="750687" y="249831"/>
                </a:lnTo>
                <a:lnTo>
                  <a:pt x="744686" y="254022"/>
                </a:lnTo>
                <a:lnTo>
                  <a:pt x="721445" y="270691"/>
                </a:lnTo>
                <a:lnTo>
                  <a:pt x="709539" y="279073"/>
                </a:lnTo>
                <a:lnTo>
                  <a:pt x="703539" y="283169"/>
                </a:lnTo>
                <a:lnTo>
                  <a:pt x="697728" y="287550"/>
                </a:lnTo>
                <a:lnTo>
                  <a:pt x="674297" y="304886"/>
                </a:lnTo>
                <a:lnTo>
                  <a:pt x="662581" y="313649"/>
                </a:lnTo>
                <a:lnTo>
                  <a:pt x="656771" y="317935"/>
                </a:lnTo>
                <a:lnTo>
                  <a:pt x="651056" y="322507"/>
                </a:lnTo>
                <a:cubicBezTo>
                  <a:pt x="528317" y="418005"/>
                  <a:pt x="417941" y="528380"/>
                  <a:pt x="322443" y="651120"/>
                </a:cubicBezTo>
                <a:lnTo>
                  <a:pt x="317871" y="656835"/>
                </a:lnTo>
                <a:lnTo>
                  <a:pt x="313490" y="662740"/>
                </a:lnTo>
                <a:lnTo>
                  <a:pt x="304822" y="674361"/>
                </a:lnTo>
                <a:lnTo>
                  <a:pt x="287486" y="697697"/>
                </a:lnTo>
                <a:lnTo>
                  <a:pt x="283105" y="703602"/>
                </a:lnTo>
                <a:lnTo>
                  <a:pt x="278914" y="709508"/>
                </a:lnTo>
                <a:lnTo>
                  <a:pt x="270627" y="721509"/>
                </a:lnTo>
                <a:lnTo>
                  <a:pt x="253958" y="745417"/>
                </a:lnTo>
                <a:lnTo>
                  <a:pt x="249863" y="751418"/>
                </a:lnTo>
                <a:lnTo>
                  <a:pt x="245862" y="757514"/>
                </a:lnTo>
                <a:lnTo>
                  <a:pt x="237956" y="769706"/>
                </a:lnTo>
                <a:lnTo>
                  <a:pt x="222050" y="794090"/>
                </a:lnTo>
                <a:lnTo>
                  <a:pt x="218049" y="800186"/>
                </a:lnTo>
                <a:lnTo>
                  <a:pt x="214335" y="806377"/>
                </a:lnTo>
                <a:lnTo>
                  <a:pt x="206715" y="818855"/>
                </a:lnTo>
                <a:lnTo>
                  <a:pt x="191570" y="843715"/>
                </a:lnTo>
                <a:cubicBezTo>
                  <a:pt x="112503" y="977827"/>
                  <a:pt x="50552" y="1121302"/>
                  <a:pt x="7166" y="1270816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18A76A8-6F4D-1E63-E3BD-24D1D358F4C2}"/>
              </a:ext>
            </a:extLst>
          </p:cNvPr>
          <p:cNvSpPr/>
          <p:nvPr/>
        </p:nvSpPr>
        <p:spPr>
          <a:xfrm>
            <a:off x="9026170" y="752210"/>
            <a:ext cx="2232898" cy="2208852"/>
          </a:xfrm>
          <a:custGeom>
            <a:avLst/>
            <a:gdLst>
              <a:gd name="csX0" fmla="*/ 628577 w 1514208"/>
              <a:gd name="csY0" fmla="*/ -200 h 1497902"/>
              <a:gd name="csX1" fmla="*/ -73 w 1514208"/>
              <a:gd name="csY1" fmla="*/ 261929 h 1497902"/>
              <a:gd name="csX2" fmla="*/ 1268657 w 1514208"/>
              <a:gd name="csY2" fmla="*/ 1497702 h 1497902"/>
              <a:gd name="csX3" fmla="*/ 1240387 w 1514208"/>
              <a:gd name="csY3" fmla="*/ 245279 h 1497902"/>
              <a:gd name="csX4" fmla="*/ 628577 w 1514208"/>
              <a:gd name="csY4" fmla="*/ -200 h 14979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14208" h="1497902">
                <a:moveTo>
                  <a:pt x="628577" y="-200"/>
                </a:moveTo>
                <a:cubicBezTo>
                  <a:pt x="392395" y="-447"/>
                  <a:pt x="165967" y="93965"/>
                  <a:pt x="-73" y="261929"/>
                </a:cubicBezTo>
                <a:cubicBezTo>
                  <a:pt x="634025" y="379000"/>
                  <a:pt x="1134935" y="866909"/>
                  <a:pt x="1268657" y="1497702"/>
                </a:cubicBezTo>
                <a:cubicBezTo>
                  <a:pt x="1606699" y="1144048"/>
                  <a:pt x="1594041" y="583311"/>
                  <a:pt x="1240387" y="245279"/>
                </a:cubicBezTo>
                <a:cubicBezTo>
                  <a:pt x="1075623" y="87793"/>
                  <a:pt x="856501" y="-133"/>
                  <a:pt x="628577" y="-20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E69BDD8-E851-7CEF-F498-E23DF31C2A74}"/>
              </a:ext>
            </a:extLst>
          </p:cNvPr>
          <p:cNvSpPr/>
          <p:nvPr/>
        </p:nvSpPr>
        <p:spPr>
          <a:xfrm>
            <a:off x="6468419" y="4501472"/>
            <a:ext cx="2855524" cy="1895067"/>
          </a:xfrm>
          <a:custGeom>
            <a:avLst/>
            <a:gdLst>
              <a:gd name="csX0" fmla="*/ 1049297 w 1936433"/>
              <a:gd name="csY0" fmla="*/ 1284913 h 1285113"/>
              <a:gd name="csX1" fmla="*/ -72 w 1936433"/>
              <a:gd name="csY1" fmla="*/ 232877 h 1285113"/>
              <a:gd name="csX2" fmla="*/ 26407 w 1936433"/>
              <a:gd name="csY2" fmla="*/ -200 h 1285113"/>
              <a:gd name="csX3" fmla="*/ 1936360 w 1936433"/>
              <a:gd name="csY3" fmla="*/ 797233 h 1285113"/>
              <a:gd name="csX4" fmla="*/ 1049773 w 1936433"/>
              <a:gd name="csY4" fmla="*/ 1284913 h 1285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36433" h="1285113">
                <a:moveTo>
                  <a:pt x="1049297" y="1284913"/>
                </a:moveTo>
                <a:cubicBezTo>
                  <a:pt x="469015" y="1284180"/>
                  <a:pt x="-806" y="813168"/>
                  <a:pt x="-72" y="232877"/>
                </a:cubicBezTo>
                <a:cubicBezTo>
                  <a:pt x="23" y="154439"/>
                  <a:pt x="8910" y="76257"/>
                  <a:pt x="26407" y="-200"/>
                </a:cubicBezTo>
                <a:cubicBezTo>
                  <a:pt x="380128" y="699345"/>
                  <a:pt x="1190219" y="1037568"/>
                  <a:pt x="1936360" y="797233"/>
                </a:cubicBezTo>
                <a:cubicBezTo>
                  <a:pt x="1744003" y="1101061"/>
                  <a:pt x="1409371" y="1285123"/>
                  <a:pt x="1049773" y="128491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9DD43B6-51A5-C882-DBE6-103C25E4E3AF}"/>
              </a:ext>
            </a:extLst>
          </p:cNvPr>
          <p:cNvSpPr/>
          <p:nvPr/>
        </p:nvSpPr>
        <p:spPr>
          <a:xfrm>
            <a:off x="6166572" y="1010921"/>
            <a:ext cx="4869701" cy="4869700"/>
          </a:xfrm>
          <a:custGeom>
            <a:avLst/>
            <a:gdLst>
              <a:gd name="csX0" fmla="*/ -71 w 3302319"/>
              <a:gd name="csY0" fmla="*/ 1650016 h 3302318"/>
              <a:gd name="csX1" fmla="*/ 1652031 w 3302319"/>
              <a:gd name="csY1" fmla="*/ -200 h 3302318"/>
              <a:gd name="csX2" fmla="*/ 3302247 w 3302319"/>
              <a:gd name="csY2" fmla="*/ 1651893 h 3302318"/>
              <a:gd name="csX3" fmla="*/ 1650145 w 3302319"/>
              <a:gd name="csY3" fmla="*/ 3302118 h 3302318"/>
              <a:gd name="csX4" fmla="*/ 129850 w 3302319"/>
              <a:gd name="csY4" fmla="*/ 2292954 h 3302318"/>
              <a:gd name="csX5" fmla="*/ -71 w 3302319"/>
              <a:gd name="csY5" fmla="*/ 1650016 h 3302318"/>
              <a:gd name="csX6" fmla="*/ 3181279 w 3302319"/>
              <a:gd name="csY6" fmla="*/ 1650016 h 3302318"/>
              <a:gd name="csX7" fmla="*/ 1651564 w 3302319"/>
              <a:gd name="csY7" fmla="*/ 120015 h 3302318"/>
              <a:gd name="csX8" fmla="*/ 121754 w 3302319"/>
              <a:gd name="csY8" fmla="*/ 1650016 h 3302318"/>
              <a:gd name="csX9" fmla="*/ 1651469 w 3302319"/>
              <a:gd name="csY9" fmla="*/ 3180017 h 3302318"/>
              <a:gd name="csX10" fmla="*/ 3181279 w 3302319"/>
              <a:gd name="csY10" fmla="*/ 1650016 h 33023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302319" h="3302318">
                <a:moveTo>
                  <a:pt x="-71" y="1650016"/>
                </a:moveTo>
                <a:cubicBezTo>
                  <a:pt x="443" y="738102"/>
                  <a:pt x="740117" y="-724"/>
                  <a:pt x="1652031" y="-200"/>
                </a:cubicBezTo>
                <a:cubicBezTo>
                  <a:pt x="2563935" y="315"/>
                  <a:pt x="3302761" y="739988"/>
                  <a:pt x="3302247" y="1651893"/>
                </a:cubicBezTo>
                <a:cubicBezTo>
                  <a:pt x="3301723" y="2563806"/>
                  <a:pt x="2562059" y="3302632"/>
                  <a:pt x="1650145" y="3302118"/>
                </a:cubicBezTo>
                <a:cubicBezTo>
                  <a:pt x="986652" y="3301737"/>
                  <a:pt x="387825" y="2904239"/>
                  <a:pt x="129850" y="2292954"/>
                </a:cubicBezTo>
                <a:cubicBezTo>
                  <a:pt x="43763" y="2089557"/>
                  <a:pt x="-424" y="1870882"/>
                  <a:pt x="-71" y="1650016"/>
                </a:cubicBezTo>
                <a:close/>
                <a:moveTo>
                  <a:pt x="3181279" y="1650016"/>
                </a:moveTo>
                <a:cubicBezTo>
                  <a:pt x="3181279" y="806387"/>
                  <a:pt x="2495479" y="120015"/>
                  <a:pt x="1651564" y="120015"/>
                </a:cubicBezTo>
                <a:cubicBezTo>
                  <a:pt x="807649" y="120015"/>
                  <a:pt x="121754" y="806387"/>
                  <a:pt x="121754" y="1650016"/>
                </a:cubicBezTo>
                <a:cubicBezTo>
                  <a:pt x="121754" y="2493645"/>
                  <a:pt x="808030" y="3180017"/>
                  <a:pt x="1651469" y="3180017"/>
                </a:cubicBezTo>
                <a:cubicBezTo>
                  <a:pt x="2494907" y="3180017"/>
                  <a:pt x="3181279" y="2494217"/>
                  <a:pt x="3181279" y="1650016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20" name="Group 5"/>
          <p:cNvGrpSpPr/>
          <p:nvPr/>
        </p:nvGrpSpPr>
        <p:grpSpPr>
          <a:xfrm>
            <a:off x="6342566" y="1190276"/>
            <a:ext cx="4524993" cy="4524993"/>
            <a:chOff x="0" y="0"/>
            <a:chExt cx="812800" cy="812800"/>
          </a:xfrm>
        </p:grpSpPr>
        <p:sp>
          <p:nvSpPr>
            <p:cNvPr id="21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046" r="-2504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A91155E-C31E-C283-5947-CCB1368BDE5F}"/>
              </a:ext>
            </a:extLst>
          </p:cNvPr>
          <p:cNvSpPr txBox="1"/>
          <p:nvPr/>
        </p:nvSpPr>
        <p:spPr>
          <a:xfrm>
            <a:off x="772894" y="2059844"/>
            <a:ext cx="458036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/>
              <a:t>Movie Rental Analytics</a:t>
            </a:r>
            <a:endParaRPr lang="en-IN" sz="6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026" name="Picture 2" descr="Data analysis - Free computer icons">
            <a:extLst>
              <a:ext uri="{FF2B5EF4-FFF2-40B4-BE49-F238E27FC236}">
                <a16:creationId xmlns:a16="http://schemas.microsoft.com/office/drawing/2014/main" id="{815BB304-204D-D953-0CDC-3EF6BB5F1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83" y="281162"/>
            <a:ext cx="546100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42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1DD5EF0-7ED9-A458-1F66-E3DCE1D27E7D}"/>
              </a:ext>
            </a:extLst>
          </p:cNvPr>
          <p:cNvSpPr/>
          <p:nvPr/>
        </p:nvSpPr>
        <p:spPr>
          <a:xfrm>
            <a:off x="1" y="0"/>
            <a:ext cx="3728845" cy="4568559"/>
          </a:xfrm>
          <a:custGeom>
            <a:avLst/>
            <a:gdLst>
              <a:gd name="csX0" fmla="*/ 0 w 3728845"/>
              <a:gd name="csY0" fmla="*/ 0 h 4568559"/>
              <a:gd name="csX1" fmla="*/ 2910283 w 3728845"/>
              <a:gd name="csY1" fmla="*/ 0 h 4568559"/>
              <a:gd name="csX2" fmla="*/ 2951418 w 3728845"/>
              <a:gd name="csY2" fmla="*/ 37386 h 4568559"/>
              <a:gd name="csX3" fmla="*/ 3728845 w 3728845"/>
              <a:gd name="csY3" fmla="*/ 1914259 h 4568559"/>
              <a:gd name="csX4" fmla="*/ 1074545 w 3728845"/>
              <a:gd name="csY4" fmla="*/ 4568559 h 4568559"/>
              <a:gd name="csX5" fmla="*/ 41372 w 3728845"/>
              <a:gd name="csY5" fmla="*/ 4359971 h 4568559"/>
              <a:gd name="csX6" fmla="*/ 0 w 3728845"/>
              <a:gd name="csY6" fmla="*/ 4340041 h 4568559"/>
              <a:gd name="csX7" fmla="*/ 0 w 3728845"/>
              <a:gd name="csY7" fmla="*/ 0 h 45685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28845" h="4568559">
                <a:moveTo>
                  <a:pt x="0" y="0"/>
                </a:moveTo>
                <a:lnTo>
                  <a:pt x="2910283" y="0"/>
                </a:lnTo>
                <a:lnTo>
                  <a:pt x="2951418" y="37386"/>
                </a:lnTo>
                <a:cubicBezTo>
                  <a:pt x="3431752" y="517720"/>
                  <a:pt x="3728845" y="1181295"/>
                  <a:pt x="3728845" y="1914259"/>
                </a:cubicBezTo>
                <a:cubicBezTo>
                  <a:pt x="3728845" y="3380188"/>
                  <a:pt x="2540474" y="4568559"/>
                  <a:pt x="1074545" y="4568559"/>
                </a:cubicBezTo>
                <a:cubicBezTo>
                  <a:pt x="708063" y="4568559"/>
                  <a:pt x="358928" y="4494286"/>
                  <a:pt x="41372" y="4359971"/>
                </a:cubicBezTo>
                <a:lnTo>
                  <a:pt x="0" y="43400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grpSp>
        <p:nvGrpSpPr>
          <p:cNvPr id="39" name="Group 13">
            <a:extLst>
              <a:ext uri="{FF2B5EF4-FFF2-40B4-BE49-F238E27FC236}">
                <a16:creationId xmlns:a16="http://schemas.microsoft.com/office/drawing/2014/main" id="{9E3761D4-2C95-E543-6948-6318CD7D2BEB}"/>
              </a:ext>
            </a:extLst>
          </p:cNvPr>
          <p:cNvGrpSpPr/>
          <p:nvPr/>
        </p:nvGrpSpPr>
        <p:grpSpPr>
          <a:xfrm>
            <a:off x="1297138" y="1597315"/>
            <a:ext cx="4134921" cy="4134921"/>
            <a:chOff x="0" y="0"/>
            <a:chExt cx="812800" cy="812800"/>
          </a:xfrm>
        </p:grpSpPr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856FF007-4462-4789-6794-36D78B82464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53896" r="-5389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7B0A65B-B2EA-E12E-9C5E-31786C4B1DDB}"/>
              </a:ext>
            </a:extLst>
          </p:cNvPr>
          <p:cNvSpPr/>
          <p:nvPr/>
        </p:nvSpPr>
        <p:spPr>
          <a:xfrm>
            <a:off x="3014405" y="5939249"/>
            <a:ext cx="172671" cy="172671"/>
          </a:xfrm>
          <a:custGeom>
            <a:avLst/>
            <a:gdLst>
              <a:gd name="csX0" fmla="*/ 99869 w 100012"/>
              <a:gd name="csY0" fmla="*/ 49591 h 100012"/>
              <a:gd name="csX1" fmla="*/ 49863 w 100012"/>
              <a:gd name="csY1" fmla="*/ 99597 h 100012"/>
              <a:gd name="csX2" fmla="*/ -143 w 100012"/>
              <a:gd name="csY2" fmla="*/ 49591 h 100012"/>
              <a:gd name="csX3" fmla="*/ 49863 w 100012"/>
              <a:gd name="csY3" fmla="*/ -416 h 100012"/>
              <a:gd name="csX4" fmla="*/ 99869 w 100012"/>
              <a:gd name="csY4" fmla="*/ 49591 h 100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12" h="100012">
                <a:moveTo>
                  <a:pt x="99869" y="49591"/>
                </a:moveTo>
                <a:cubicBezTo>
                  <a:pt x="99869" y="77204"/>
                  <a:pt x="77485" y="99597"/>
                  <a:pt x="49863" y="99597"/>
                </a:cubicBezTo>
                <a:cubicBezTo>
                  <a:pt x="22240" y="99597"/>
                  <a:pt x="-143" y="77204"/>
                  <a:pt x="-143" y="49591"/>
                </a:cubicBezTo>
                <a:cubicBezTo>
                  <a:pt x="-143" y="21978"/>
                  <a:pt x="22240" y="-416"/>
                  <a:pt x="49863" y="-416"/>
                </a:cubicBezTo>
                <a:cubicBezTo>
                  <a:pt x="77485" y="-416"/>
                  <a:pt x="99869" y="21978"/>
                  <a:pt x="99869" y="4959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AB722AD-4D3D-A9DC-A685-FCEE6700983D}"/>
              </a:ext>
            </a:extLst>
          </p:cNvPr>
          <p:cNvSpPr/>
          <p:nvPr/>
        </p:nvSpPr>
        <p:spPr>
          <a:xfrm>
            <a:off x="901227" y="3779205"/>
            <a:ext cx="172671" cy="172671"/>
          </a:xfrm>
          <a:custGeom>
            <a:avLst/>
            <a:gdLst>
              <a:gd name="csX0" fmla="*/ 99869 w 100012"/>
              <a:gd name="csY0" fmla="*/ 49591 h 100012"/>
              <a:gd name="csX1" fmla="*/ 49863 w 100012"/>
              <a:gd name="csY1" fmla="*/ 99597 h 100012"/>
              <a:gd name="csX2" fmla="*/ -143 w 100012"/>
              <a:gd name="csY2" fmla="*/ 49591 h 100012"/>
              <a:gd name="csX3" fmla="*/ 49863 w 100012"/>
              <a:gd name="csY3" fmla="*/ -416 h 100012"/>
              <a:gd name="csX4" fmla="*/ 99869 w 100012"/>
              <a:gd name="csY4" fmla="*/ 49591 h 100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12" h="100012">
                <a:moveTo>
                  <a:pt x="99869" y="49591"/>
                </a:moveTo>
                <a:cubicBezTo>
                  <a:pt x="99869" y="77204"/>
                  <a:pt x="77476" y="99597"/>
                  <a:pt x="49863" y="99597"/>
                </a:cubicBezTo>
                <a:cubicBezTo>
                  <a:pt x="22250" y="99597"/>
                  <a:pt x="-143" y="77204"/>
                  <a:pt x="-143" y="49591"/>
                </a:cubicBezTo>
                <a:cubicBezTo>
                  <a:pt x="-143" y="21978"/>
                  <a:pt x="22250" y="-416"/>
                  <a:pt x="49863" y="-416"/>
                </a:cubicBezTo>
                <a:cubicBezTo>
                  <a:pt x="77476" y="-416"/>
                  <a:pt x="99869" y="21978"/>
                  <a:pt x="99869" y="49591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F579DCD-F665-246E-D166-5C22C91B8D69}"/>
              </a:ext>
            </a:extLst>
          </p:cNvPr>
          <p:cNvSpPr/>
          <p:nvPr/>
        </p:nvSpPr>
        <p:spPr>
          <a:xfrm>
            <a:off x="5607116" y="3218761"/>
            <a:ext cx="172671" cy="172671"/>
          </a:xfrm>
          <a:custGeom>
            <a:avLst/>
            <a:gdLst>
              <a:gd name="csX0" fmla="*/ 99869 w 100012"/>
              <a:gd name="csY0" fmla="*/ 49591 h 100012"/>
              <a:gd name="csX1" fmla="*/ 49863 w 100012"/>
              <a:gd name="csY1" fmla="*/ 99597 h 100012"/>
              <a:gd name="csX2" fmla="*/ -143 w 100012"/>
              <a:gd name="csY2" fmla="*/ 49591 h 100012"/>
              <a:gd name="csX3" fmla="*/ 49863 w 100012"/>
              <a:gd name="csY3" fmla="*/ -416 h 100012"/>
              <a:gd name="csX4" fmla="*/ 99869 w 100012"/>
              <a:gd name="csY4" fmla="*/ 49591 h 100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12" h="100012">
                <a:moveTo>
                  <a:pt x="99869" y="49591"/>
                </a:moveTo>
                <a:cubicBezTo>
                  <a:pt x="99869" y="77204"/>
                  <a:pt x="77485" y="99597"/>
                  <a:pt x="49863" y="99597"/>
                </a:cubicBezTo>
                <a:cubicBezTo>
                  <a:pt x="22240" y="99597"/>
                  <a:pt x="-143" y="77204"/>
                  <a:pt x="-143" y="49591"/>
                </a:cubicBezTo>
                <a:cubicBezTo>
                  <a:pt x="-143" y="21978"/>
                  <a:pt x="22240" y="-416"/>
                  <a:pt x="49863" y="-416"/>
                </a:cubicBezTo>
                <a:cubicBezTo>
                  <a:pt x="77485" y="-416"/>
                  <a:pt x="99869" y="21978"/>
                  <a:pt x="99869" y="49591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763D9B9-4ECF-31F5-5C2F-ED2C1EB21AD7}"/>
              </a:ext>
            </a:extLst>
          </p:cNvPr>
          <p:cNvSpPr/>
          <p:nvPr/>
        </p:nvSpPr>
        <p:spPr>
          <a:xfrm>
            <a:off x="4731750" y="5478790"/>
            <a:ext cx="366392" cy="366394"/>
          </a:xfrm>
          <a:custGeom>
            <a:avLst/>
            <a:gdLst>
              <a:gd name="csX0" fmla="*/ 212074 w 212216"/>
              <a:gd name="csY0" fmla="*/ 105693 h 212217"/>
              <a:gd name="csX1" fmla="*/ 105965 w 212216"/>
              <a:gd name="csY1" fmla="*/ 211802 h 212217"/>
              <a:gd name="csX2" fmla="*/ -143 w 212216"/>
              <a:gd name="csY2" fmla="*/ 105693 h 212217"/>
              <a:gd name="csX3" fmla="*/ 105965 w 212216"/>
              <a:gd name="csY3" fmla="*/ -416 h 212217"/>
              <a:gd name="csX4" fmla="*/ 212074 w 212216"/>
              <a:gd name="csY4" fmla="*/ 105693 h 2122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2216" h="212217">
                <a:moveTo>
                  <a:pt x="212074" y="105693"/>
                </a:moveTo>
                <a:cubicBezTo>
                  <a:pt x="212074" y="164291"/>
                  <a:pt x="164563" y="211802"/>
                  <a:pt x="105965" y="211802"/>
                </a:cubicBezTo>
                <a:cubicBezTo>
                  <a:pt x="47367" y="211802"/>
                  <a:pt x="-143" y="164291"/>
                  <a:pt x="-143" y="105693"/>
                </a:cubicBezTo>
                <a:cubicBezTo>
                  <a:pt x="-143" y="47096"/>
                  <a:pt x="47367" y="-416"/>
                  <a:pt x="105965" y="-416"/>
                </a:cubicBezTo>
                <a:cubicBezTo>
                  <a:pt x="164563" y="-416"/>
                  <a:pt x="212074" y="47096"/>
                  <a:pt x="212074" y="10569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0AE5CF0-30DF-C0B3-FA2A-E2F79801ADEF}"/>
              </a:ext>
            </a:extLst>
          </p:cNvPr>
          <p:cNvSpPr/>
          <p:nvPr/>
        </p:nvSpPr>
        <p:spPr>
          <a:xfrm>
            <a:off x="5190236" y="4819348"/>
            <a:ext cx="670626" cy="670626"/>
          </a:xfrm>
          <a:custGeom>
            <a:avLst/>
            <a:gdLst>
              <a:gd name="csX0" fmla="*/ 388287 w 388430"/>
              <a:gd name="csY0" fmla="*/ 193323 h 388430"/>
              <a:gd name="csX1" fmla="*/ 194548 w 388430"/>
              <a:gd name="csY1" fmla="*/ 388014 h 388430"/>
              <a:gd name="csX2" fmla="*/ -143 w 388430"/>
              <a:gd name="csY2" fmla="*/ 194276 h 388430"/>
              <a:gd name="csX3" fmla="*/ 193596 w 388430"/>
              <a:gd name="csY3" fmla="*/ -416 h 388430"/>
              <a:gd name="csX4" fmla="*/ 194167 w 388430"/>
              <a:gd name="csY4" fmla="*/ -416 h 388430"/>
              <a:gd name="csX5" fmla="*/ 388287 w 388430"/>
              <a:gd name="csY5" fmla="*/ 193704 h 388430"/>
              <a:gd name="csX6" fmla="*/ 388287 w 388430"/>
              <a:gd name="csY6" fmla="*/ 193799 h 3884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88430" h="388430">
                <a:moveTo>
                  <a:pt x="388287" y="193323"/>
                </a:moveTo>
                <a:cubicBezTo>
                  <a:pt x="388553" y="300584"/>
                  <a:pt x="301809" y="387747"/>
                  <a:pt x="194548" y="388014"/>
                </a:cubicBezTo>
                <a:cubicBezTo>
                  <a:pt x="87287" y="388281"/>
                  <a:pt x="124" y="301536"/>
                  <a:pt x="-143" y="194276"/>
                </a:cubicBezTo>
                <a:cubicBezTo>
                  <a:pt x="-400" y="87015"/>
                  <a:pt x="86335" y="-149"/>
                  <a:pt x="193596" y="-416"/>
                </a:cubicBezTo>
                <a:cubicBezTo>
                  <a:pt x="193786" y="-416"/>
                  <a:pt x="193977" y="-416"/>
                  <a:pt x="194167" y="-416"/>
                </a:cubicBezTo>
                <a:cubicBezTo>
                  <a:pt x="301381" y="-416"/>
                  <a:pt x="388287" y="86491"/>
                  <a:pt x="388287" y="193704"/>
                </a:cubicBezTo>
                <a:cubicBezTo>
                  <a:pt x="388287" y="193733"/>
                  <a:pt x="388287" y="193771"/>
                  <a:pt x="388287" y="19379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4BCD2CA-42F2-89B2-D1BA-B4724FB07E55}"/>
              </a:ext>
            </a:extLst>
          </p:cNvPr>
          <p:cNvSpPr/>
          <p:nvPr/>
        </p:nvSpPr>
        <p:spPr>
          <a:xfrm>
            <a:off x="4001102" y="1377584"/>
            <a:ext cx="1644166" cy="1645153"/>
          </a:xfrm>
          <a:custGeom>
            <a:avLst/>
            <a:gdLst>
              <a:gd name="csX0" fmla="*/ 809 w 952309"/>
              <a:gd name="csY0" fmla="*/ -416 h 952881"/>
              <a:gd name="csX1" fmla="*/ 45196 w 952309"/>
              <a:gd name="csY1" fmla="*/ 5109 h 952881"/>
              <a:gd name="csX2" fmla="*/ 89106 w 952309"/>
              <a:gd name="csY2" fmla="*/ 13205 h 952881"/>
              <a:gd name="csX3" fmla="*/ 110918 w 952309"/>
              <a:gd name="csY3" fmla="*/ 18158 h 952881"/>
              <a:gd name="csX4" fmla="*/ 121872 w 952309"/>
              <a:gd name="csY4" fmla="*/ 20730 h 952881"/>
              <a:gd name="csX5" fmla="*/ 132730 w 952309"/>
              <a:gd name="csY5" fmla="*/ 23492 h 952881"/>
              <a:gd name="csX6" fmla="*/ 154352 w 952309"/>
              <a:gd name="csY6" fmla="*/ 29493 h 952881"/>
              <a:gd name="csX7" fmla="*/ 165115 w 952309"/>
              <a:gd name="csY7" fmla="*/ 32541 h 952881"/>
              <a:gd name="csX8" fmla="*/ 175879 w 952309"/>
              <a:gd name="csY8" fmla="*/ 35780 h 952881"/>
              <a:gd name="csX9" fmla="*/ 342757 w 952309"/>
              <a:gd name="csY9" fmla="*/ 103693 h 952881"/>
              <a:gd name="csX10" fmla="*/ 497157 w 952309"/>
              <a:gd name="csY10" fmla="*/ 198467 h 952881"/>
              <a:gd name="csX11" fmla="*/ 753284 w 952309"/>
              <a:gd name="csY11" fmla="*/ 454784 h 952881"/>
              <a:gd name="csX12" fmla="*/ 779287 w 952309"/>
              <a:gd name="csY12" fmla="*/ 492027 h 952881"/>
              <a:gd name="csX13" fmla="*/ 782526 w 952309"/>
              <a:gd name="csY13" fmla="*/ 496694 h 952881"/>
              <a:gd name="csX14" fmla="*/ 785574 w 952309"/>
              <a:gd name="csY14" fmla="*/ 501457 h 952881"/>
              <a:gd name="csX15" fmla="*/ 791670 w 952309"/>
              <a:gd name="csY15" fmla="*/ 510982 h 952881"/>
              <a:gd name="csX16" fmla="*/ 803862 w 952309"/>
              <a:gd name="csY16" fmla="*/ 530032 h 952881"/>
              <a:gd name="csX17" fmla="*/ 806815 w 952309"/>
              <a:gd name="csY17" fmla="*/ 534890 h 952881"/>
              <a:gd name="csX18" fmla="*/ 809767 w 952309"/>
              <a:gd name="csY18" fmla="*/ 539747 h 952881"/>
              <a:gd name="csX19" fmla="*/ 815387 w 952309"/>
              <a:gd name="csY19" fmla="*/ 549272 h 952881"/>
              <a:gd name="csX20" fmla="*/ 826722 w 952309"/>
              <a:gd name="csY20" fmla="*/ 568894 h 952881"/>
              <a:gd name="csX21" fmla="*/ 829579 w 952309"/>
              <a:gd name="csY21" fmla="*/ 573847 h 952881"/>
              <a:gd name="csX22" fmla="*/ 832246 w 952309"/>
              <a:gd name="csY22" fmla="*/ 578800 h 952881"/>
              <a:gd name="csX23" fmla="*/ 837485 w 952309"/>
              <a:gd name="csY23" fmla="*/ 588896 h 952881"/>
              <a:gd name="csX24" fmla="*/ 848058 w 952309"/>
              <a:gd name="csY24" fmla="*/ 608899 h 952881"/>
              <a:gd name="csX25" fmla="*/ 915971 w 952309"/>
              <a:gd name="csY25" fmla="*/ 775872 h 952881"/>
              <a:gd name="csX26" fmla="*/ 919114 w 952309"/>
              <a:gd name="csY26" fmla="*/ 786635 h 952881"/>
              <a:gd name="csX27" fmla="*/ 922258 w 952309"/>
              <a:gd name="csY27" fmla="*/ 797494 h 952881"/>
              <a:gd name="csX28" fmla="*/ 928258 w 952309"/>
              <a:gd name="csY28" fmla="*/ 819020 h 952881"/>
              <a:gd name="csX29" fmla="*/ 930925 w 952309"/>
              <a:gd name="csY29" fmla="*/ 829974 h 952881"/>
              <a:gd name="csX30" fmla="*/ 933497 w 952309"/>
              <a:gd name="csY30" fmla="*/ 840833 h 952881"/>
              <a:gd name="csX31" fmla="*/ 938545 w 952309"/>
              <a:gd name="csY31" fmla="*/ 862645 h 952881"/>
              <a:gd name="csX32" fmla="*/ 946642 w 952309"/>
              <a:gd name="csY32" fmla="*/ 906650 h 952881"/>
              <a:gd name="csX33" fmla="*/ 952166 w 952309"/>
              <a:gd name="csY33" fmla="*/ 950942 h 952881"/>
              <a:gd name="csX34" fmla="*/ 946642 w 952309"/>
              <a:gd name="csY34" fmla="*/ 952466 h 952881"/>
              <a:gd name="csX35" fmla="*/ 808434 w 952309"/>
              <a:gd name="csY35" fmla="*/ 632140 h 952881"/>
              <a:gd name="csX36" fmla="*/ 797099 w 952309"/>
              <a:gd name="csY36" fmla="*/ 613090 h 952881"/>
              <a:gd name="csX37" fmla="*/ 791384 w 952309"/>
              <a:gd name="csY37" fmla="*/ 603565 h 952881"/>
              <a:gd name="csX38" fmla="*/ 788526 w 952309"/>
              <a:gd name="csY38" fmla="*/ 598898 h 952881"/>
              <a:gd name="csX39" fmla="*/ 785574 w 952309"/>
              <a:gd name="csY39" fmla="*/ 594326 h 952881"/>
              <a:gd name="csX40" fmla="*/ 773668 w 952309"/>
              <a:gd name="csY40" fmla="*/ 576038 h 952881"/>
              <a:gd name="csX41" fmla="*/ 767667 w 952309"/>
              <a:gd name="csY41" fmla="*/ 566513 h 952881"/>
              <a:gd name="csX42" fmla="*/ 764714 w 952309"/>
              <a:gd name="csY42" fmla="*/ 561941 h 952881"/>
              <a:gd name="csX43" fmla="*/ 761571 w 952309"/>
              <a:gd name="csY43" fmla="*/ 557464 h 952881"/>
              <a:gd name="csX44" fmla="*/ 749093 w 952309"/>
              <a:gd name="csY44" fmla="*/ 539557 h 952881"/>
              <a:gd name="csX45" fmla="*/ 742902 w 952309"/>
              <a:gd name="csY45" fmla="*/ 530603 h 952881"/>
              <a:gd name="csX46" fmla="*/ 739759 w 952309"/>
              <a:gd name="csY46" fmla="*/ 526127 h 952881"/>
              <a:gd name="csX47" fmla="*/ 736520 w 952309"/>
              <a:gd name="csY47" fmla="*/ 521745 h 952881"/>
              <a:gd name="csX48" fmla="*/ 723757 w 952309"/>
              <a:gd name="csY48" fmla="*/ 505552 h 952881"/>
              <a:gd name="csX49" fmla="*/ 717184 w 952309"/>
              <a:gd name="csY49" fmla="*/ 496790 h 952881"/>
              <a:gd name="csX50" fmla="*/ 713946 w 952309"/>
              <a:gd name="csY50" fmla="*/ 492408 h 952881"/>
              <a:gd name="csX51" fmla="*/ 710517 w 952309"/>
              <a:gd name="csY51" fmla="*/ 488122 h 952881"/>
              <a:gd name="csX52" fmla="*/ 464200 w 952309"/>
              <a:gd name="csY52" fmla="*/ 241519 h 952881"/>
              <a:gd name="csX53" fmla="*/ 459914 w 952309"/>
              <a:gd name="csY53" fmla="*/ 238091 h 952881"/>
              <a:gd name="csX54" fmla="*/ 455533 w 952309"/>
              <a:gd name="csY54" fmla="*/ 234852 h 952881"/>
              <a:gd name="csX55" fmla="*/ 446770 w 952309"/>
              <a:gd name="csY55" fmla="*/ 228280 h 952881"/>
              <a:gd name="csX56" fmla="*/ 429243 w 952309"/>
              <a:gd name="csY56" fmla="*/ 215231 h 952881"/>
              <a:gd name="csX57" fmla="*/ 424862 w 952309"/>
              <a:gd name="csY57" fmla="*/ 211992 h 952881"/>
              <a:gd name="csX58" fmla="*/ 420385 w 952309"/>
              <a:gd name="csY58" fmla="*/ 208849 h 952881"/>
              <a:gd name="csX59" fmla="*/ 411432 w 952309"/>
              <a:gd name="csY59" fmla="*/ 202658 h 952881"/>
              <a:gd name="csX60" fmla="*/ 393525 w 952309"/>
              <a:gd name="csY60" fmla="*/ 190180 h 952881"/>
              <a:gd name="csX61" fmla="*/ 389048 w 952309"/>
              <a:gd name="csY61" fmla="*/ 187132 h 952881"/>
              <a:gd name="csX62" fmla="*/ 384476 w 952309"/>
              <a:gd name="csY62" fmla="*/ 184084 h 952881"/>
              <a:gd name="csX63" fmla="*/ 374951 w 952309"/>
              <a:gd name="csY63" fmla="*/ 178178 h 952881"/>
              <a:gd name="csX64" fmla="*/ 356758 w 952309"/>
              <a:gd name="csY64" fmla="*/ 166272 h 952881"/>
              <a:gd name="csX65" fmla="*/ 352186 w 952309"/>
              <a:gd name="csY65" fmla="*/ 163224 h 952881"/>
              <a:gd name="csX66" fmla="*/ 347519 w 952309"/>
              <a:gd name="csY66" fmla="*/ 160462 h 952881"/>
              <a:gd name="csX67" fmla="*/ 337994 w 952309"/>
              <a:gd name="csY67" fmla="*/ 154747 h 952881"/>
              <a:gd name="csX68" fmla="*/ 318944 w 952309"/>
              <a:gd name="csY68" fmla="*/ 143412 h 952881"/>
              <a:gd name="csX69" fmla="*/ -143 w 952309"/>
              <a:gd name="csY69" fmla="*/ 5109 h 9528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</a:cxnLst>
            <a:rect l="l" t="t" r="r" b="b"/>
            <a:pathLst>
              <a:path w="952309" h="952881">
                <a:moveTo>
                  <a:pt x="809" y="-416"/>
                </a:moveTo>
                <a:cubicBezTo>
                  <a:pt x="15668" y="1109"/>
                  <a:pt x="30337" y="3014"/>
                  <a:pt x="45196" y="5109"/>
                </a:cubicBezTo>
                <a:cubicBezTo>
                  <a:pt x="60055" y="7205"/>
                  <a:pt x="74533" y="10252"/>
                  <a:pt x="89106" y="13205"/>
                </a:cubicBezTo>
                <a:lnTo>
                  <a:pt x="110918" y="18158"/>
                </a:lnTo>
                <a:lnTo>
                  <a:pt x="121872" y="20730"/>
                </a:lnTo>
                <a:cubicBezTo>
                  <a:pt x="125491" y="21683"/>
                  <a:pt x="129111" y="22444"/>
                  <a:pt x="132730" y="23492"/>
                </a:cubicBezTo>
                <a:cubicBezTo>
                  <a:pt x="139969" y="25397"/>
                  <a:pt x="147113" y="27493"/>
                  <a:pt x="154352" y="29493"/>
                </a:cubicBezTo>
                <a:lnTo>
                  <a:pt x="165115" y="32541"/>
                </a:lnTo>
                <a:cubicBezTo>
                  <a:pt x="168735" y="33589"/>
                  <a:pt x="172354" y="34541"/>
                  <a:pt x="175879" y="35780"/>
                </a:cubicBezTo>
                <a:cubicBezTo>
                  <a:pt x="233343" y="53610"/>
                  <a:pt x="289169" y="76337"/>
                  <a:pt x="342757" y="103693"/>
                </a:cubicBezTo>
                <a:cubicBezTo>
                  <a:pt x="396706" y="131039"/>
                  <a:pt x="448351" y="162738"/>
                  <a:pt x="497157" y="198467"/>
                </a:cubicBezTo>
                <a:cubicBezTo>
                  <a:pt x="595245" y="270180"/>
                  <a:pt x="681637" y="356648"/>
                  <a:pt x="753284" y="454784"/>
                </a:cubicBezTo>
                <a:cubicBezTo>
                  <a:pt x="762238" y="466976"/>
                  <a:pt x="770715" y="479549"/>
                  <a:pt x="779287" y="492027"/>
                </a:cubicBezTo>
                <a:lnTo>
                  <a:pt x="782526" y="496694"/>
                </a:lnTo>
                <a:lnTo>
                  <a:pt x="785574" y="501457"/>
                </a:lnTo>
                <a:lnTo>
                  <a:pt x="791670" y="510982"/>
                </a:lnTo>
                <a:lnTo>
                  <a:pt x="803862" y="530032"/>
                </a:lnTo>
                <a:lnTo>
                  <a:pt x="806815" y="534890"/>
                </a:lnTo>
                <a:lnTo>
                  <a:pt x="809767" y="539747"/>
                </a:lnTo>
                <a:lnTo>
                  <a:pt x="815387" y="549272"/>
                </a:lnTo>
                <a:cubicBezTo>
                  <a:pt x="819197" y="555844"/>
                  <a:pt x="823007" y="562322"/>
                  <a:pt x="826722" y="568894"/>
                </a:cubicBezTo>
                <a:lnTo>
                  <a:pt x="829579" y="573847"/>
                </a:lnTo>
                <a:cubicBezTo>
                  <a:pt x="830437" y="575466"/>
                  <a:pt x="831294" y="577181"/>
                  <a:pt x="832246" y="578800"/>
                </a:cubicBezTo>
                <a:lnTo>
                  <a:pt x="837485" y="588896"/>
                </a:lnTo>
                <a:lnTo>
                  <a:pt x="848058" y="608899"/>
                </a:lnTo>
                <a:cubicBezTo>
                  <a:pt x="875366" y="662544"/>
                  <a:pt x="898083" y="718398"/>
                  <a:pt x="915971" y="775872"/>
                </a:cubicBezTo>
                <a:cubicBezTo>
                  <a:pt x="917114" y="779396"/>
                  <a:pt x="918162" y="783016"/>
                  <a:pt x="919114" y="786635"/>
                </a:cubicBezTo>
                <a:lnTo>
                  <a:pt x="922258" y="797494"/>
                </a:lnTo>
                <a:cubicBezTo>
                  <a:pt x="924258" y="804638"/>
                  <a:pt x="926353" y="811877"/>
                  <a:pt x="928258" y="819020"/>
                </a:cubicBezTo>
                <a:cubicBezTo>
                  <a:pt x="929306" y="822640"/>
                  <a:pt x="930068" y="826355"/>
                  <a:pt x="930925" y="829974"/>
                </a:cubicBezTo>
                <a:lnTo>
                  <a:pt x="933497" y="840833"/>
                </a:lnTo>
                <a:cubicBezTo>
                  <a:pt x="935307" y="848071"/>
                  <a:pt x="936926" y="855406"/>
                  <a:pt x="938545" y="862645"/>
                </a:cubicBezTo>
                <a:cubicBezTo>
                  <a:pt x="941498" y="877313"/>
                  <a:pt x="944070" y="891982"/>
                  <a:pt x="946642" y="906650"/>
                </a:cubicBezTo>
                <a:cubicBezTo>
                  <a:pt x="949213" y="921319"/>
                  <a:pt x="950642" y="936178"/>
                  <a:pt x="952166" y="950942"/>
                </a:cubicBezTo>
                <a:lnTo>
                  <a:pt x="946642" y="952466"/>
                </a:lnTo>
                <a:cubicBezTo>
                  <a:pt x="914171" y="840318"/>
                  <a:pt x="867736" y="732705"/>
                  <a:pt x="808434" y="632140"/>
                </a:cubicBezTo>
                <a:lnTo>
                  <a:pt x="797099" y="613090"/>
                </a:lnTo>
                <a:lnTo>
                  <a:pt x="791384" y="603565"/>
                </a:lnTo>
                <a:lnTo>
                  <a:pt x="788526" y="598898"/>
                </a:lnTo>
                <a:lnTo>
                  <a:pt x="785574" y="594326"/>
                </a:lnTo>
                <a:lnTo>
                  <a:pt x="773668" y="576038"/>
                </a:lnTo>
                <a:lnTo>
                  <a:pt x="767667" y="566513"/>
                </a:lnTo>
                <a:lnTo>
                  <a:pt x="764714" y="561941"/>
                </a:lnTo>
                <a:lnTo>
                  <a:pt x="761571" y="557464"/>
                </a:lnTo>
                <a:lnTo>
                  <a:pt x="749093" y="539557"/>
                </a:lnTo>
                <a:lnTo>
                  <a:pt x="742902" y="530603"/>
                </a:lnTo>
                <a:lnTo>
                  <a:pt x="739759" y="526127"/>
                </a:lnTo>
                <a:lnTo>
                  <a:pt x="736520" y="521745"/>
                </a:lnTo>
                <a:lnTo>
                  <a:pt x="723757" y="505552"/>
                </a:lnTo>
                <a:lnTo>
                  <a:pt x="717184" y="496790"/>
                </a:lnTo>
                <a:lnTo>
                  <a:pt x="713946" y="492408"/>
                </a:lnTo>
                <a:lnTo>
                  <a:pt x="710517" y="488122"/>
                </a:lnTo>
                <a:cubicBezTo>
                  <a:pt x="638946" y="396034"/>
                  <a:pt x="556212" y="313195"/>
                  <a:pt x="464200" y="241519"/>
                </a:cubicBezTo>
                <a:lnTo>
                  <a:pt x="459914" y="238091"/>
                </a:lnTo>
                <a:lnTo>
                  <a:pt x="455533" y="234852"/>
                </a:lnTo>
                <a:lnTo>
                  <a:pt x="446770" y="228280"/>
                </a:lnTo>
                <a:lnTo>
                  <a:pt x="429243" y="215231"/>
                </a:lnTo>
                <a:lnTo>
                  <a:pt x="424862" y="211992"/>
                </a:lnTo>
                <a:lnTo>
                  <a:pt x="420385" y="208849"/>
                </a:lnTo>
                <a:lnTo>
                  <a:pt x="411432" y="202658"/>
                </a:lnTo>
                <a:lnTo>
                  <a:pt x="393525" y="190180"/>
                </a:lnTo>
                <a:lnTo>
                  <a:pt x="389048" y="187132"/>
                </a:lnTo>
                <a:lnTo>
                  <a:pt x="384476" y="184084"/>
                </a:lnTo>
                <a:lnTo>
                  <a:pt x="374951" y="178178"/>
                </a:lnTo>
                <a:lnTo>
                  <a:pt x="356758" y="166272"/>
                </a:lnTo>
                <a:lnTo>
                  <a:pt x="352186" y="163224"/>
                </a:lnTo>
                <a:lnTo>
                  <a:pt x="347519" y="160462"/>
                </a:lnTo>
                <a:lnTo>
                  <a:pt x="337994" y="154747"/>
                </a:lnTo>
                <a:lnTo>
                  <a:pt x="318944" y="143412"/>
                </a:lnTo>
                <a:cubicBezTo>
                  <a:pt x="218779" y="84157"/>
                  <a:pt x="111585" y="37694"/>
                  <a:pt x="-143" y="5109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1DA948D-EBEF-03B4-584B-237BB1BB91DB}"/>
              </a:ext>
            </a:extLst>
          </p:cNvPr>
          <p:cNvSpPr/>
          <p:nvPr/>
        </p:nvSpPr>
        <p:spPr>
          <a:xfrm>
            <a:off x="1080478" y="4299194"/>
            <a:ext cx="1646303" cy="1644824"/>
          </a:xfrm>
          <a:custGeom>
            <a:avLst/>
            <a:gdLst>
              <a:gd name="csX0" fmla="*/ 951309 w 953547"/>
              <a:gd name="csY0" fmla="*/ 952275 h 952690"/>
              <a:gd name="csX1" fmla="*/ 906922 w 953547"/>
              <a:gd name="csY1" fmla="*/ 946751 h 952690"/>
              <a:gd name="csX2" fmla="*/ 863012 w 953547"/>
              <a:gd name="csY2" fmla="*/ 938655 h 952690"/>
              <a:gd name="csX3" fmla="*/ 841200 w 953547"/>
              <a:gd name="csY3" fmla="*/ 933606 h 952690"/>
              <a:gd name="csX4" fmla="*/ 830246 w 953547"/>
              <a:gd name="csY4" fmla="*/ 931034 h 952690"/>
              <a:gd name="csX5" fmla="*/ 819388 w 953547"/>
              <a:gd name="csY5" fmla="*/ 928367 h 952690"/>
              <a:gd name="csX6" fmla="*/ 797766 w 953547"/>
              <a:gd name="csY6" fmla="*/ 922367 h 952690"/>
              <a:gd name="csX7" fmla="*/ 787003 w 953547"/>
              <a:gd name="csY7" fmla="*/ 919319 h 952690"/>
              <a:gd name="csX8" fmla="*/ 776144 w 953547"/>
              <a:gd name="csY8" fmla="*/ 916080 h 952690"/>
              <a:gd name="csX9" fmla="*/ 609266 w 953547"/>
              <a:gd name="csY9" fmla="*/ 848167 h 952690"/>
              <a:gd name="csX10" fmla="*/ 454866 w 953547"/>
              <a:gd name="csY10" fmla="*/ 752917 h 952690"/>
              <a:gd name="csX11" fmla="*/ 198739 w 953547"/>
              <a:gd name="csY11" fmla="*/ 496694 h 952690"/>
              <a:gd name="csX12" fmla="*/ 172735 w 953547"/>
              <a:gd name="csY12" fmla="*/ 459452 h 952690"/>
              <a:gd name="csX13" fmla="*/ 169497 w 953547"/>
              <a:gd name="csY13" fmla="*/ 454784 h 952690"/>
              <a:gd name="csX14" fmla="*/ 166449 w 953547"/>
              <a:gd name="csY14" fmla="*/ 450022 h 952690"/>
              <a:gd name="csX15" fmla="*/ 160353 w 953547"/>
              <a:gd name="csY15" fmla="*/ 440497 h 952690"/>
              <a:gd name="csX16" fmla="*/ 148161 w 953547"/>
              <a:gd name="csY16" fmla="*/ 421447 h 952690"/>
              <a:gd name="csX17" fmla="*/ 145113 w 953547"/>
              <a:gd name="csY17" fmla="*/ 416684 h 952690"/>
              <a:gd name="csX18" fmla="*/ 142255 w 953547"/>
              <a:gd name="csY18" fmla="*/ 411827 h 952690"/>
              <a:gd name="csX19" fmla="*/ 136540 w 953547"/>
              <a:gd name="csY19" fmla="*/ 402302 h 952690"/>
              <a:gd name="csX20" fmla="*/ 125206 w 953547"/>
              <a:gd name="csY20" fmla="*/ 382680 h 952690"/>
              <a:gd name="csX21" fmla="*/ 122443 w 953547"/>
              <a:gd name="csY21" fmla="*/ 377727 h 952690"/>
              <a:gd name="csX22" fmla="*/ 119776 w 953547"/>
              <a:gd name="csY22" fmla="*/ 372679 h 952690"/>
              <a:gd name="csX23" fmla="*/ 114538 w 953547"/>
              <a:gd name="csY23" fmla="*/ 363154 h 952690"/>
              <a:gd name="csX24" fmla="*/ 103965 w 953547"/>
              <a:gd name="csY24" fmla="*/ 343151 h 952690"/>
              <a:gd name="csX25" fmla="*/ 36052 w 953547"/>
              <a:gd name="csY25" fmla="*/ 176178 h 952690"/>
              <a:gd name="csX26" fmla="*/ 32813 w 953547"/>
              <a:gd name="csY26" fmla="*/ 165415 h 952690"/>
              <a:gd name="csX27" fmla="*/ 29765 w 953547"/>
              <a:gd name="csY27" fmla="*/ 154556 h 952690"/>
              <a:gd name="csX28" fmla="*/ 23764 w 953547"/>
              <a:gd name="csY28" fmla="*/ 132935 h 952690"/>
              <a:gd name="csX29" fmla="*/ 21097 w 953547"/>
              <a:gd name="csY29" fmla="*/ 122076 h 952690"/>
              <a:gd name="csX30" fmla="*/ 18526 w 953547"/>
              <a:gd name="csY30" fmla="*/ 111122 h 952690"/>
              <a:gd name="csX31" fmla="*/ 13477 w 953547"/>
              <a:gd name="csY31" fmla="*/ 89405 h 952690"/>
              <a:gd name="csX32" fmla="*/ 5381 w 953547"/>
              <a:gd name="csY32" fmla="*/ 45400 h 952690"/>
              <a:gd name="csX33" fmla="*/ -143 w 953547"/>
              <a:gd name="csY33" fmla="*/ 1109 h 952690"/>
              <a:gd name="csX34" fmla="*/ 5286 w 953547"/>
              <a:gd name="csY34" fmla="*/ -416 h 952690"/>
              <a:gd name="csX35" fmla="*/ 143589 w 953547"/>
              <a:gd name="csY35" fmla="*/ 319910 h 952690"/>
              <a:gd name="csX36" fmla="*/ 154924 w 953547"/>
              <a:gd name="csY36" fmla="*/ 338960 h 952690"/>
              <a:gd name="csX37" fmla="*/ 160639 w 953547"/>
              <a:gd name="csY37" fmla="*/ 348485 h 952690"/>
              <a:gd name="csX38" fmla="*/ 163496 w 953547"/>
              <a:gd name="csY38" fmla="*/ 353152 h 952690"/>
              <a:gd name="csX39" fmla="*/ 166449 w 953547"/>
              <a:gd name="csY39" fmla="*/ 357724 h 952690"/>
              <a:gd name="csX40" fmla="*/ 178355 w 953547"/>
              <a:gd name="csY40" fmla="*/ 375917 h 952690"/>
              <a:gd name="csX41" fmla="*/ 184261 w 953547"/>
              <a:gd name="csY41" fmla="*/ 385442 h 952690"/>
              <a:gd name="csX42" fmla="*/ 187309 w 953547"/>
              <a:gd name="csY42" fmla="*/ 390014 h 952690"/>
              <a:gd name="csX43" fmla="*/ 190357 w 953547"/>
              <a:gd name="csY43" fmla="*/ 394491 h 952690"/>
              <a:gd name="csX44" fmla="*/ 202834 w 953547"/>
              <a:gd name="csY44" fmla="*/ 412493 h 952690"/>
              <a:gd name="csX45" fmla="*/ 209121 w 953547"/>
              <a:gd name="csY45" fmla="*/ 421447 h 952690"/>
              <a:gd name="csX46" fmla="*/ 212169 w 953547"/>
              <a:gd name="csY46" fmla="*/ 425924 h 952690"/>
              <a:gd name="csX47" fmla="*/ 215503 w 953547"/>
              <a:gd name="csY47" fmla="*/ 430305 h 952690"/>
              <a:gd name="csX48" fmla="*/ 228552 w 953547"/>
              <a:gd name="csY48" fmla="*/ 447831 h 952690"/>
              <a:gd name="csX49" fmla="*/ 235029 w 953547"/>
              <a:gd name="csY49" fmla="*/ 456594 h 952690"/>
              <a:gd name="csX50" fmla="*/ 238267 w 953547"/>
              <a:gd name="csY50" fmla="*/ 460976 h 952690"/>
              <a:gd name="csX51" fmla="*/ 241696 w 953547"/>
              <a:gd name="csY51" fmla="*/ 465262 h 952690"/>
              <a:gd name="csX52" fmla="*/ 488108 w 953547"/>
              <a:gd name="csY52" fmla="*/ 710435 h 952690"/>
              <a:gd name="csX53" fmla="*/ 492299 w 953547"/>
              <a:gd name="csY53" fmla="*/ 713864 h 952690"/>
              <a:gd name="csX54" fmla="*/ 496681 w 953547"/>
              <a:gd name="csY54" fmla="*/ 717103 h 952690"/>
              <a:gd name="csX55" fmla="*/ 505444 w 953547"/>
              <a:gd name="csY55" fmla="*/ 723580 h 952690"/>
              <a:gd name="csX56" fmla="*/ 522970 w 953547"/>
              <a:gd name="csY56" fmla="*/ 736629 h 952690"/>
              <a:gd name="csX57" fmla="*/ 527351 w 953547"/>
              <a:gd name="csY57" fmla="*/ 739963 h 952690"/>
              <a:gd name="csX58" fmla="*/ 531828 w 953547"/>
              <a:gd name="csY58" fmla="*/ 743011 h 952690"/>
              <a:gd name="csX59" fmla="*/ 540781 w 953547"/>
              <a:gd name="csY59" fmla="*/ 749297 h 952690"/>
              <a:gd name="csX60" fmla="*/ 558784 w 953547"/>
              <a:gd name="csY60" fmla="*/ 761775 h 952690"/>
              <a:gd name="csX61" fmla="*/ 563260 w 953547"/>
              <a:gd name="csY61" fmla="*/ 764918 h 952690"/>
              <a:gd name="csX62" fmla="*/ 567832 w 953547"/>
              <a:gd name="csY62" fmla="*/ 767871 h 952690"/>
              <a:gd name="csX63" fmla="*/ 576881 w 953547"/>
              <a:gd name="csY63" fmla="*/ 773777 h 952690"/>
              <a:gd name="csX64" fmla="*/ 595360 w 953547"/>
              <a:gd name="csY64" fmla="*/ 785683 h 952690"/>
              <a:gd name="csX65" fmla="*/ 599932 w 953547"/>
              <a:gd name="csY65" fmla="*/ 788636 h 952690"/>
              <a:gd name="csX66" fmla="*/ 604599 w 953547"/>
              <a:gd name="csY66" fmla="*/ 791493 h 952690"/>
              <a:gd name="csX67" fmla="*/ 614124 w 953547"/>
              <a:gd name="csY67" fmla="*/ 797208 h 952690"/>
              <a:gd name="csX68" fmla="*/ 633174 w 953547"/>
              <a:gd name="csY68" fmla="*/ 808543 h 952690"/>
              <a:gd name="csX69" fmla="*/ 953405 w 953547"/>
              <a:gd name="csY69" fmla="*/ 946846 h 9526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</a:cxnLst>
            <a:rect l="l" t="t" r="r" b="b"/>
            <a:pathLst>
              <a:path w="953547" h="952690">
                <a:moveTo>
                  <a:pt x="951309" y="952275"/>
                </a:moveTo>
                <a:cubicBezTo>
                  <a:pt x="936450" y="950751"/>
                  <a:pt x="921686" y="948846"/>
                  <a:pt x="906922" y="946751"/>
                </a:cubicBezTo>
                <a:cubicBezTo>
                  <a:pt x="892159" y="944655"/>
                  <a:pt x="877585" y="941607"/>
                  <a:pt x="863012" y="938655"/>
                </a:cubicBezTo>
                <a:cubicBezTo>
                  <a:pt x="855678" y="937035"/>
                  <a:pt x="848439" y="935416"/>
                  <a:pt x="841200" y="933606"/>
                </a:cubicBezTo>
                <a:lnTo>
                  <a:pt x="830246" y="931034"/>
                </a:lnTo>
                <a:cubicBezTo>
                  <a:pt x="826627" y="930177"/>
                  <a:pt x="822912" y="929415"/>
                  <a:pt x="819388" y="928367"/>
                </a:cubicBezTo>
                <a:cubicBezTo>
                  <a:pt x="812149" y="926462"/>
                  <a:pt x="805005" y="924367"/>
                  <a:pt x="797766" y="922367"/>
                </a:cubicBezTo>
                <a:lnTo>
                  <a:pt x="787003" y="919319"/>
                </a:lnTo>
                <a:cubicBezTo>
                  <a:pt x="783383" y="918271"/>
                  <a:pt x="779764" y="917318"/>
                  <a:pt x="776144" y="916080"/>
                </a:cubicBezTo>
                <a:cubicBezTo>
                  <a:pt x="718699" y="898192"/>
                  <a:pt x="662873" y="875475"/>
                  <a:pt x="609266" y="848167"/>
                </a:cubicBezTo>
                <a:cubicBezTo>
                  <a:pt x="555269" y="820725"/>
                  <a:pt x="503624" y="788864"/>
                  <a:pt x="454866" y="752917"/>
                </a:cubicBezTo>
                <a:cubicBezTo>
                  <a:pt x="356758" y="681260"/>
                  <a:pt x="270357" y="594830"/>
                  <a:pt x="198739" y="496694"/>
                </a:cubicBezTo>
                <a:cubicBezTo>
                  <a:pt x="189785" y="484503"/>
                  <a:pt x="181308" y="471930"/>
                  <a:pt x="172735" y="459452"/>
                </a:cubicBezTo>
                <a:lnTo>
                  <a:pt x="169497" y="454784"/>
                </a:lnTo>
                <a:lnTo>
                  <a:pt x="166449" y="450022"/>
                </a:lnTo>
                <a:lnTo>
                  <a:pt x="160353" y="440497"/>
                </a:lnTo>
                <a:lnTo>
                  <a:pt x="148161" y="421447"/>
                </a:lnTo>
                <a:lnTo>
                  <a:pt x="145113" y="416684"/>
                </a:lnTo>
                <a:lnTo>
                  <a:pt x="142255" y="411827"/>
                </a:lnTo>
                <a:lnTo>
                  <a:pt x="136540" y="402302"/>
                </a:lnTo>
                <a:cubicBezTo>
                  <a:pt x="132826" y="395730"/>
                  <a:pt x="128920" y="389253"/>
                  <a:pt x="125206" y="382680"/>
                </a:cubicBezTo>
                <a:lnTo>
                  <a:pt x="122443" y="377727"/>
                </a:lnTo>
                <a:cubicBezTo>
                  <a:pt x="121491" y="376108"/>
                  <a:pt x="120634" y="374393"/>
                  <a:pt x="119776" y="372679"/>
                </a:cubicBezTo>
                <a:lnTo>
                  <a:pt x="114538" y="363154"/>
                </a:lnTo>
                <a:lnTo>
                  <a:pt x="103965" y="343151"/>
                </a:lnTo>
                <a:cubicBezTo>
                  <a:pt x="76657" y="289506"/>
                  <a:pt x="53940" y="233652"/>
                  <a:pt x="36052" y="176178"/>
                </a:cubicBezTo>
                <a:cubicBezTo>
                  <a:pt x="34909" y="172654"/>
                  <a:pt x="33861" y="168939"/>
                  <a:pt x="32813" y="165415"/>
                </a:cubicBezTo>
                <a:lnTo>
                  <a:pt x="29765" y="154556"/>
                </a:lnTo>
                <a:cubicBezTo>
                  <a:pt x="27765" y="147413"/>
                  <a:pt x="25669" y="140174"/>
                  <a:pt x="23764" y="132935"/>
                </a:cubicBezTo>
                <a:cubicBezTo>
                  <a:pt x="22717" y="129410"/>
                  <a:pt x="21955" y="125695"/>
                  <a:pt x="21097" y="122076"/>
                </a:cubicBezTo>
                <a:lnTo>
                  <a:pt x="18526" y="111122"/>
                </a:lnTo>
                <a:cubicBezTo>
                  <a:pt x="16716" y="103883"/>
                  <a:pt x="15097" y="96644"/>
                  <a:pt x="13477" y="89405"/>
                </a:cubicBezTo>
                <a:cubicBezTo>
                  <a:pt x="10525" y="74737"/>
                  <a:pt x="7953" y="59973"/>
                  <a:pt x="5381" y="45400"/>
                </a:cubicBezTo>
                <a:cubicBezTo>
                  <a:pt x="2809" y="30827"/>
                  <a:pt x="1285" y="15872"/>
                  <a:pt x="-143" y="1109"/>
                </a:cubicBezTo>
                <a:lnTo>
                  <a:pt x="5286" y="-416"/>
                </a:lnTo>
                <a:cubicBezTo>
                  <a:pt x="37833" y="111713"/>
                  <a:pt x="84296" y="219326"/>
                  <a:pt x="143589" y="319910"/>
                </a:cubicBezTo>
                <a:lnTo>
                  <a:pt x="154924" y="338960"/>
                </a:lnTo>
                <a:lnTo>
                  <a:pt x="160639" y="348485"/>
                </a:lnTo>
                <a:cubicBezTo>
                  <a:pt x="161591" y="350009"/>
                  <a:pt x="162448" y="351629"/>
                  <a:pt x="163496" y="353152"/>
                </a:cubicBezTo>
                <a:lnTo>
                  <a:pt x="166449" y="357724"/>
                </a:lnTo>
                <a:lnTo>
                  <a:pt x="178355" y="375917"/>
                </a:lnTo>
                <a:lnTo>
                  <a:pt x="184261" y="385442"/>
                </a:lnTo>
                <a:lnTo>
                  <a:pt x="187309" y="390014"/>
                </a:lnTo>
                <a:lnTo>
                  <a:pt x="190357" y="394491"/>
                </a:lnTo>
                <a:lnTo>
                  <a:pt x="202834" y="412493"/>
                </a:lnTo>
                <a:lnTo>
                  <a:pt x="209121" y="421447"/>
                </a:lnTo>
                <a:lnTo>
                  <a:pt x="212169" y="425924"/>
                </a:lnTo>
                <a:lnTo>
                  <a:pt x="215503" y="430305"/>
                </a:lnTo>
                <a:lnTo>
                  <a:pt x="228552" y="447831"/>
                </a:lnTo>
                <a:lnTo>
                  <a:pt x="235029" y="456594"/>
                </a:lnTo>
                <a:lnTo>
                  <a:pt x="238267" y="460976"/>
                </a:lnTo>
                <a:lnTo>
                  <a:pt x="241696" y="465262"/>
                </a:lnTo>
                <a:cubicBezTo>
                  <a:pt x="313410" y="556835"/>
                  <a:pt x="396182" y="639179"/>
                  <a:pt x="488108" y="710435"/>
                </a:cubicBezTo>
                <a:lnTo>
                  <a:pt x="492299" y="713864"/>
                </a:lnTo>
                <a:lnTo>
                  <a:pt x="496681" y="717103"/>
                </a:lnTo>
                <a:lnTo>
                  <a:pt x="505444" y="723580"/>
                </a:lnTo>
                <a:lnTo>
                  <a:pt x="522970" y="736629"/>
                </a:lnTo>
                <a:lnTo>
                  <a:pt x="527351" y="739963"/>
                </a:lnTo>
                <a:lnTo>
                  <a:pt x="531828" y="743011"/>
                </a:lnTo>
                <a:lnTo>
                  <a:pt x="540781" y="749297"/>
                </a:lnTo>
                <a:lnTo>
                  <a:pt x="558784" y="761775"/>
                </a:lnTo>
                <a:lnTo>
                  <a:pt x="563260" y="764918"/>
                </a:lnTo>
                <a:lnTo>
                  <a:pt x="567832" y="767871"/>
                </a:lnTo>
                <a:lnTo>
                  <a:pt x="576881" y="773777"/>
                </a:lnTo>
                <a:lnTo>
                  <a:pt x="595360" y="785683"/>
                </a:lnTo>
                <a:lnTo>
                  <a:pt x="599932" y="788636"/>
                </a:lnTo>
                <a:lnTo>
                  <a:pt x="604599" y="791493"/>
                </a:lnTo>
                <a:lnTo>
                  <a:pt x="614124" y="797208"/>
                </a:lnTo>
                <a:lnTo>
                  <a:pt x="633174" y="808543"/>
                </a:lnTo>
                <a:cubicBezTo>
                  <a:pt x="733691" y="867893"/>
                  <a:pt x="841286" y="914365"/>
                  <a:pt x="953405" y="946846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F357ED-332B-A290-DEC8-7412D5E4FD57}"/>
              </a:ext>
            </a:extLst>
          </p:cNvPr>
          <p:cNvSpPr/>
          <p:nvPr/>
        </p:nvSpPr>
        <p:spPr>
          <a:xfrm>
            <a:off x="1228400" y="1527066"/>
            <a:ext cx="4272399" cy="4272403"/>
          </a:xfrm>
          <a:custGeom>
            <a:avLst/>
            <a:gdLst>
              <a:gd name="csX0" fmla="*/ 1236154 w 2474595"/>
              <a:gd name="csY0" fmla="*/ 2474180 h 2474597"/>
              <a:gd name="csX1" fmla="*/ -143 w 2474595"/>
              <a:gd name="csY1" fmla="*/ 1235882 h 2474597"/>
              <a:gd name="csX2" fmla="*/ 1238164 w 2474595"/>
              <a:gd name="csY2" fmla="*/ -415 h 2474597"/>
              <a:gd name="csX3" fmla="*/ 2474452 w 2474595"/>
              <a:gd name="csY3" fmla="*/ 1237883 h 2474597"/>
              <a:gd name="csX4" fmla="*/ 1718215 w 2474595"/>
              <a:gd name="csY4" fmla="*/ 2376835 h 2474597"/>
              <a:gd name="csX5" fmla="*/ 1236154 w 2474595"/>
              <a:gd name="csY5" fmla="*/ 2474180 h 2474597"/>
              <a:gd name="csX6" fmla="*/ 1236154 w 2474595"/>
              <a:gd name="csY6" fmla="*/ 88072 h 2474597"/>
              <a:gd name="csX7" fmla="*/ 88487 w 2474595"/>
              <a:gd name="csY7" fmla="*/ 1235168 h 2474597"/>
              <a:gd name="csX8" fmla="*/ 1235583 w 2474595"/>
              <a:gd name="csY8" fmla="*/ 2382835 h 2474597"/>
              <a:gd name="csX9" fmla="*/ 2383250 w 2474595"/>
              <a:gd name="csY9" fmla="*/ 1235740 h 2474597"/>
              <a:gd name="csX10" fmla="*/ 2383250 w 2474595"/>
              <a:gd name="csY10" fmla="*/ 1235454 h 2474597"/>
              <a:gd name="csX11" fmla="*/ 1236154 w 2474595"/>
              <a:gd name="csY11" fmla="*/ 88072 h 24745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2474595" h="2474597">
                <a:moveTo>
                  <a:pt x="1236154" y="2474180"/>
                </a:moveTo>
                <a:cubicBezTo>
                  <a:pt x="552812" y="2473628"/>
                  <a:pt x="-695" y="1919215"/>
                  <a:pt x="-143" y="1235882"/>
                </a:cubicBezTo>
                <a:cubicBezTo>
                  <a:pt x="419" y="552540"/>
                  <a:pt x="554822" y="-967"/>
                  <a:pt x="1238164" y="-415"/>
                </a:cubicBezTo>
                <a:cubicBezTo>
                  <a:pt x="1921507" y="137"/>
                  <a:pt x="2475014" y="554550"/>
                  <a:pt x="2474452" y="1237883"/>
                </a:cubicBezTo>
                <a:cubicBezTo>
                  <a:pt x="2474052" y="1734983"/>
                  <a:pt x="2176196" y="2183563"/>
                  <a:pt x="1718215" y="2376835"/>
                </a:cubicBezTo>
                <a:cubicBezTo>
                  <a:pt x="1565710" y="2441376"/>
                  <a:pt x="1401756" y="2474485"/>
                  <a:pt x="1236154" y="2474180"/>
                </a:cubicBezTo>
                <a:close/>
                <a:moveTo>
                  <a:pt x="1236154" y="88072"/>
                </a:moveTo>
                <a:cubicBezTo>
                  <a:pt x="602475" y="87910"/>
                  <a:pt x="88649" y="601489"/>
                  <a:pt x="88487" y="1235168"/>
                </a:cubicBezTo>
                <a:cubicBezTo>
                  <a:pt x="88325" y="1868847"/>
                  <a:pt x="601904" y="2382673"/>
                  <a:pt x="1235583" y="2382835"/>
                </a:cubicBezTo>
                <a:cubicBezTo>
                  <a:pt x="1869262" y="2382997"/>
                  <a:pt x="2383088" y="1869419"/>
                  <a:pt x="2383250" y="1235740"/>
                </a:cubicBezTo>
                <a:cubicBezTo>
                  <a:pt x="2383250" y="1235644"/>
                  <a:pt x="2383250" y="1235549"/>
                  <a:pt x="2383250" y="1235454"/>
                </a:cubicBezTo>
                <a:cubicBezTo>
                  <a:pt x="2382564" y="602165"/>
                  <a:pt x="1869443" y="88911"/>
                  <a:pt x="1236154" y="88072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87D2CB9-28DF-F3C0-5E28-8DB02C330B60}"/>
              </a:ext>
            </a:extLst>
          </p:cNvPr>
          <p:cNvSpPr/>
          <p:nvPr/>
        </p:nvSpPr>
        <p:spPr>
          <a:xfrm>
            <a:off x="850577" y="1765355"/>
            <a:ext cx="366392" cy="366392"/>
          </a:xfrm>
          <a:custGeom>
            <a:avLst/>
            <a:gdLst>
              <a:gd name="csX0" fmla="*/ 212074 w 212216"/>
              <a:gd name="csY0" fmla="*/ 105693 h 212216"/>
              <a:gd name="csX1" fmla="*/ 105965 w 212216"/>
              <a:gd name="csY1" fmla="*/ 211801 h 212216"/>
              <a:gd name="csX2" fmla="*/ -143 w 212216"/>
              <a:gd name="csY2" fmla="*/ 105693 h 212216"/>
              <a:gd name="csX3" fmla="*/ 105965 w 212216"/>
              <a:gd name="csY3" fmla="*/ -416 h 212216"/>
              <a:gd name="csX4" fmla="*/ 106060 w 212216"/>
              <a:gd name="csY4" fmla="*/ -416 h 212216"/>
              <a:gd name="csX5" fmla="*/ 212074 w 212216"/>
              <a:gd name="csY5" fmla="*/ 105693 h 2122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12216" h="212216">
                <a:moveTo>
                  <a:pt x="212074" y="105693"/>
                </a:moveTo>
                <a:cubicBezTo>
                  <a:pt x="212074" y="164291"/>
                  <a:pt x="164563" y="211801"/>
                  <a:pt x="105965" y="211801"/>
                </a:cubicBezTo>
                <a:cubicBezTo>
                  <a:pt x="47367" y="211801"/>
                  <a:pt x="-143" y="164291"/>
                  <a:pt x="-143" y="105693"/>
                </a:cubicBezTo>
                <a:cubicBezTo>
                  <a:pt x="-143" y="47086"/>
                  <a:pt x="47367" y="-416"/>
                  <a:pt x="105965" y="-416"/>
                </a:cubicBezTo>
                <a:cubicBezTo>
                  <a:pt x="105994" y="-416"/>
                  <a:pt x="106032" y="-416"/>
                  <a:pt x="106060" y="-416"/>
                </a:cubicBezTo>
                <a:cubicBezTo>
                  <a:pt x="164630" y="-359"/>
                  <a:pt x="212074" y="47124"/>
                  <a:pt x="212074" y="105693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EFC2B9E-436B-2DE6-F768-C992B6A3C816}"/>
              </a:ext>
            </a:extLst>
          </p:cNvPr>
          <p:cNvSpPr/>
          <p:nvPr/>
        </p:nvSpPr>
        <p:spPr>
          <a:xfrm>
            <a:off x="1392603" y="2090801"/>
            <a:ext cx="172671" cy="172671"/>
          </a:xfrm>
          <a:custGeom>
            <a:avLst/>
            <a:gdLst>
              <a:gd name="csX0" fmla="*/ 99869 w 100012"/>
              <a:gd name="csY0" fmla="*/ 49591 h 100012"/>
              <a:gd name="csX1" fmla="*/ 49863 w 100012"/>
              <a:gd name="csY1" fmla="*/ 99597 h 100012"/>
              <a:gd name="csX2" fmla="*/ -143 w 100012"/>
              <a:gd name="csY2" fmla="*/ 49591 h 100012"/>
              <a:gd name="csX3" fmla="*/ 49863 w 100012"/>
              <a:gd name="csY3" fmla="*/ -416 h 100012"/>
              <a:gd name="csX4" fmla="*/ 99869 w 100012"/>
              <a:gd name="csY4" fmla="*/ 49591 h 1000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0012" h="100012">
                <a:moveTo>
                  <a:pt x="99869" y="49591"/>
                </a:moveTo>
                <a:cubicBezTo>
                  <a:pt x="99869" y="77204"/>
                  <a:pt x="77476" y="99597"/>
                  <a:pt x="49863" y="99597"/>
                </a:cubicBezTo>
                <a:cubicBezTo>
                  <a:pt x="22250" y="99597"/>
                  <a:pt x="-143" y="77204"/>
                  <a:pt x="-143" y="49591"/>
                </a:cubicBezTo>
                <a:cubicBezTo>
                  <a:pt x="-143" y="21968"/>
                  <a:pt x="22250" y="-416"/>
                  <a:pt x="49863" y="-416"/>
                </a:cubicBezTo>
                <a:cubicBezTo>
                  <a:pt x="77476" y="-416"/>
                  <a:pt x="99869" y="21968"/>
                  <a:pt x="99869" y="4959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3ABB05A-DE93-C38C-DD73-6C306FDEDC93}"/>
              </a:ext>
            </a:extLst>
          </p:cNvPr>
          <p:cNvSpPr/>
          <p:nvPr/>
        </p:nvSpPr>
        <p:spPr>
          <a:xfrm>
            <a:off x="1359385" y="1328907"/>
            <a:ext cx="670624" cy="670624"/>
          </a:xfrm>
          <a:custGeom>
            <a:avLst/>
            <a:gdLst>
              <a:gd name="csX0" fmla="*/ 388286 w 388429"/>
              <a:gd name="csY0" fmla="*/ 193799 h 388429"/>
              <a:gd name="csX1" fmla="*/ 194071 w 388429"/>
              <a:gd name="csY1" fmla="*/ 388014 h 388429"/>
              <a:gd name="csX2" fmla="*/ -143 w 388429"/>
              <a:gd name="csY2" fmla="*/ 193799 h 388429"/>
              <a:gd name="csX3" fmla="*/ 194071 w 388429"/>
              <a:gd name="csY3" fmla="*/ -416 h 388429"/>
              <a:gd name="csX4" fmla="*/ 194167 w 388429"/>
              <a:gd name="csY4" fmla="*/ -416 h 388429"/>
              <a:gd name="csX5" fmla="*/ 388286 w 388429"/>
              <a:gd name="csY5" fmla="*/ 193799 h 3884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88429" h="388429">
                <a:moveTo>
                  <a:pt x="388286" y="193799"/>
                </a:moveTo>
                <a:cubicBezTo>
                  <a:pt x="388286" y="301060"/>
                  <a:pt x="301332" y="388014"/>
                  <a:pt x="194071" y="388014"/>
                </a:cubicBezTo>
                <a:cubicBezTo>
                  <a:pt x="86810" y="388014"/>
                  <a:pt x="-143" y="301060"/>
                  <a:pt x="-143" y="193799"/>
                </a:cubicBezTo>
                <a:cubicBezTo>
                  <a:pt x="-143" y="86538"/>
                  <a:pt x="86810" y="-416"/>
                  <a:pt x="194071" y="-416"/>
                </a:cubicBezTo>
                <a:cubicBezTo>
                  <a:pt x="194100" y="-416"/>
                  <a:pt x="194138" y="-416"/>
                  <a:pt x="194167" y="-416"/>
                </a:cubicBezTo>
                <a:cubicBezTo>
                  <a:pt x="301389" y="-358"/>
                  <a:pt x="388286" y="86576"/>
                  <a:pt x="388286" y="193799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69CD74C-2E1A-DDCA-4D2B-9FEDE06F1519}"/>
              </a:ext>
            </a:extLst>
          </p:cNvPr>
          <p:cNvSpPr/>
          <p:nvPr/>
        </p:nvSpPr>
        <p:spPr>
          <a:xfrm>
            <a:off x="4698697" y="3865541"/>
            <a:ext cx="1237646" cy="1237647"/>
          </a:xfrm>
          <a:custGeom>
            <a:avLst/>
            <a:gdLst>
              <a:gd name="csX0" fmla="*/ 716708 w 716851"/>
              <a:gd name="csY0" fmla="*/ 357724 h 716851"/>
              <a:gd name="csX1" fmla="*/ 358568 w 716851"/>
              <a:gd name="csY1" fmla="*/ 716436 h 716851"/>
              <a:gd name="csX2" fmla="*/ -143 w 716851"/>
              <a:gd name="csY2" fmla="*/ 358296 h 716851"/>
              <a:gd name="csX3" fmla="*/ 357996 w 716851"/>
              <a:gd name="csY3" fmla="*/ -416 h 716851"/>
              <a:gd name="csX4" fmla="*/ 358282 w 716851"/>
              <a:gd name="csY4" fmla="*/ -416 h 716851"/>
              <a:gd name="csX5" fmla="*/ 716708 w 716851"/>
              <a:gd name="csY5" fmla="*/ 358010 h 716851"/>
              <a:gd name="csX6" fmla="*/ 716708 w 716851"/>
              <a:gd name="csY6" fmla="*/ 358106 h 7168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16851" h="716851">
                <a:moveTo>
                  <a:pt x="716708" y="357724"/>
                </a:moveTo>
                <a:cubicBezTo>
                  <a:pt x="716870" y="555673"/>
                  <a:pt x="556517" y="716274"/>
                  <a:pt x="358568" y="716436"/>
                </a:cubicBezTo>
                <a:cubicBezTo>
                  <a:pt x="160620" y="716588"/>
                  <a:pt x="19" y="556245"/>
                  <a:pt x="-143" y="358296"/>
                </a:cubicBezTo>
                <a:cubicBezTo>
                  <a:pt x="-305" y="160347"/>
                  <a:pt x="160048" y="-253"/>
                  <a:pt x="357996" y="-416"/>
                </a:cubicBezTo>
                <a:cubicBezTo>
                  <a:pt x="358092" y="-416"/>
                  <a:pt x="358187" y="-416"/>
                  <a:pt x="358282" y="-416"/>
                </a:cubicBezTo>
                <a:cubicBezTo>
                  <a:pt x="556231" y="-416"/>
                  <a:pt x="716708" y="160062"/>
                  <a:pt x="716708" y="358010"/>
                </a:cubicBezTo>
                <a:cubicBezTo>
                  <a:pt x="716708" y="358039"/>
                  <a:pt x="716708" y="358077"/>
                  <a:pt x="716708" y="358106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E0D9A3-9FA2-B003-72BF-1E056B52D048}"/>
              </a:ext>
            </a:extLst>
          </p:cNvPr>
          <p:cNvSpPr txBox="1"/>
          <p:nvPr/>
        </p:nvSpPr>
        <p:spPr>
          <a:xfrm>
            <a:off x="6546734" y="1829364"/>
            <a:ext cx="3837858" cy="964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Objectives</a:t>
            </a:r>
            <a:endParaRPr lang="en-IN" sz="3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2" descr="Data analysis - Free computer icons">
            <a:extLst>
              <a:ext uri="{FF2B5EF4-FFF2-40B4-BE49-F238E27FC236}">
                <a16:creationId xmlns:a16="http://schemas.microsoft.com/office/drawing/2014/main" id="{A88BFB52-6921-2AD7-6E7C-FEB3EDEB5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470" y="4211314"/>
            <a:ext cx="546100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2E5F17-1B83-0A63-8C1E-B99BC784DDA0}"/>
              </a:ext>
            </a:extLst>
          </p:cNvPr>
          <p:cNvSpPr txBox="1"/>
          <p:nvPr/>
        </p:nvSpPr>
        <p:spPr>
          <a:xfrm>
            <a:off x="6691203" y="3179040"/>
            <a:ext cx="4277665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top rented films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store performance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rental and revenue patterns 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007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F6726F-584C-ED5D-0FC4-EA8C55ABDB07}"/>
              </a:ext>
            </a:extLst>
          </p:cNvPr>
          <p:cNvSpPr txBox="1"/>
          <p:nvPr/>
        </p:nvSpPr>
        <p:spPr>
          <a:xfrm>
            <a:off x="885868" y="974110"/>
            <a:ext cx="3837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Key Metrics</a:t>
            </a:r>
            <a:endParaRPr lang="en-IN" sz="3600" b="1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208ADD0-9A33-9DA9-8DC0-4C3E84C5E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872" y="267437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Revenue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Rentals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Customers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Films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Rental Rate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2C185F-05EC-F79F-A3D6-1E55EFA70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68" y="4452999"/>
            <a:ext cx="9162700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40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1EA3C261-05ED-3015-580B-D072605EA64C}"/>
              </a:ext>
            </a:extLst>
          </p:cNvPr>
          <p:cNvSpPr/>
          <p:nvPr/>
        </p:nvSpPr>
        <p:spPr>
          <a:xfrm>
            <a:off x="6222493" y="4076700"/>
            <a:ext cx="3084723" cy="2781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22E7D6-836E-4288-8509-BBAFA014792D}"/>
              </a:ext>
            </a:extLst>
          </p:cNvPr>
          <p:cNvSpPr/>
          <p:nvPr/>
        </p:nvSpPr>
        <p:spPr>
          <a:xfrm>
            <a:off x="9107277" y="0"/>
            <a:ext cx="3084723" cy="278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Placeholder 43">
            <a:extLst>
              <a:ext uri="{FF2B5EF4-FFF2-40B4-BE49-F238E27FC236}">
                <a16:creationId xmlns:a16="http://schemas.microsoft.com/office/drawing/2014/main" id="{CF222942-624A-2513-285F-28FF6ED88BB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51" b="12951"/>
          <a:stretch>
            <a:fillRect/>
          </a:stretch>
        </p:blipFill>
        <p:spPr>
          <a:xfrm>
            <a:off x="7059613" y="712788"/>
            <a:ext cx="4189412" cy="5432425"/>
          </a:xfrm>
          <a:custGeom>
            <a:avLst/>
            <a:gdLst>
              <a:gd name="connsiteX0" fmla="*/ 0 w 4189685"/>
              <a:gd name="connsiteY0" fmla="*/ 0 h 5433462"/>
              <a:gd name="connsiteX1" fmla="*/ 4189685 w 4189685"/>
              <a:gd name="connsiteY1" fmla="*/ 0 h 5433462"/>
              <a:gd name="connsiteX2" fmla="*/ 4189685 w 4189685"/>
              <a:gd name="connsiteY2" fmla="*/ 5433462 h 5433462"/>
              <a:gd name="connsiteX3" fmla="*/ 0 w 4189685"/>
              <a:gd name="connsiteY3" fmla="*/ 5433462 h 5433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9685" h="5433462">
                <a:moveTo>
                  <a:pt x="0" y="0"/>
                </a:moveTo>
                <a:lnTo>
                  <a:pt x="4189685" y="0"/>
                </a:lnTo>
                <a:lnTo>
                  <a:pt x="4189685" y="5433462"/>
                </a:lnTo>
                <a:lnTo>
                  <a:pt x="0" y="5433462"/>
                </a:ln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78DFA9-96C2-96C3-426F-5F0E563BB705}"/>
              </a:ext>
            </a:extLst>
          </p:cNvPr>
          <p:cNvSpPr txBox="1"/>
          <p:nvPr/>
        </p:nvSpPr>
        <p:spPr>
          <a:xfrm>
            <a:off x="654752" y="717491"/>
            <a:ext cx="49332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Customer Insights</a:t>
            </a:r>
            <a:endParaRPr lang="en-IN" sz="4000" b="1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FF3AC43-01DC-1A80-78DE-9B0B6DEE6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752" y="1857414"/>
            <a:ext cx="468998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dirty="0"/>
              <a:t>- Repeat customers contribute more revenue than new customers</a:t>
            </a:r>
          </a:p>
          <a:p>
            <a:r>
              <a:rPr lang="en-US" dirty="0"/>
              <a:t>- High-value customers generate consistent rentals</a:t>
            </a:r>
          </a:p>
          <a:p>
            <a:r>
              <a:rPr lang="en-US" dirty="0"/>
              <a:t>- Customer activity varies across regions</a:t>
            </a:r>
          </a:p>
          <a:p>
            <a:r>
              <a:rPr lang="en-US" dirty="0"/>
              <a:t>- Active customers show higher average spending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D23952-F302-2D8F-875E-73ACD9B57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015" y="632269"/>
            <a:ext cx="5806001" cy="551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188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BF46E4-212F-F2DB-E9B0-96C56619C450}"/>
              </a:ext>
            </a:extLst>
          </p:cNvPr>
          <p:cNvSpPr txBox="1"/>
          <p:nvPr/>
        </p:nvSpPr>
        <p:spPr>
          <a:xfrm>
            <a:off x="6255500" y="445720"/>
            <a:ext cx="49332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Film Insights</a:t>
            </a:r>
            <a:endParaRPr lang="en-IN" sz="4000" b="1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7A26004-A2D4-8C45-2C27-5D571261C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032" y="1951672"/>
            <a:ext cx="56317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 and Comedy films are rented the most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 film categories generate majority of revenue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films have low demand and low profitability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rental rate films provide better returns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9356DD-5A91-DEDA-6866-E73C48EC2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69" y="580103"/>
            <a:ext cx="5655732" cy="56535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844FFAD7-98E5-484F-6637-9CA76DC2232B}"/>
              </a:ext>
            </a:extLst>
          </p:cNvPr>
          <p:cNvSpPr txBox="1"/>
          <p:nvPr/>
        </p:nvSpPr>
        <p:spPr>
          <a:xfrm>
            <a:off x="1047135" y="419007"/>
            <a:ext cx="83082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600" dirty="0"/>
              <a:t>Rental Insights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025E340-D0BC-73D1-FBE3-D686DBF94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781" y="1951984"/>
            <a:ext cx="561421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Rental activity shows clear monthly and seasonal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Weekends and holidays record higher rental volumes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 films are rented significantly more frequently than others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Action, Comedy, and Family categories generate maximum rentals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AC3FA6-F680-26CF-1633-2FA1808BF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135" y="1951984"/>
            <a:ext cx="5329084" cy="400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83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0E9ECD2-5AB3-84A9-5B17-12BA10174003}"/>
              </a:ext>
            </a:extLst>
          </p:cNvPr>
          <p:cNvSpPr/>
          <p:nvPr/>
        </p:nvSpPr>
        <p:spPr>
          <a:xfrm>
            <a:off x="1635461" y="1010582"/>
            <a:ext cx="396557" cy="396557"/>
          </a:xfrm>
          <a:custGeom>
            <a:avLst/>
            <a:gdLst>
              <a:gd name="csX0" fmla="*/ 383265 w 383286"/>
              <a:gd name="csY0" fmla="*/ 191390 h 383286"/>
              <a:gd name="csX1" fmla="*/ 191717 w 383286"/>
              <a:gd name="csY1" fmla="*/ 383128 h 383286"/>
              <a:gd name="csX2" fmla="*/ -21 w 383286"/>
              <a:gd name="csY2" fmla="*/ 191580 h 383286"/>
              <a:gd name="csX3" fmla="*/ 191527 w 383286"/>
              <a:gd name="csY3" fmla="*/ -158 h 383286"/>
              <a:gd name="csX4" fmla="*/ 191622 w 383286"/>
              <a:gd name="csY4" fmla="*/ -158 h 383286"/>
              <a:gd name="csX5" fmla="*/ 383265 w 383286"/>
              <a:gd name="csY5" fmla="*/ 191390 h 383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83286" h="383286">
                <a:moveTo>
                  <a:pt x="383265" y="191390"/>
                </a:moveTo>
                <a:cubicBezTo>
                  <a:pt x="383322" y="297232"/>
                  <a:pt x="297559" y="383071"/>
                  <a:pt x="191717" y="383128"/>
                </a:cubicBezTo>
                <a:cubicBezTo>
                  <a:pt x="85875" y="383185"/>
                  <a:pt x="31" y="297422"/>
                  <a:pt x="-21" y="191580"/>
                </a:cubicBezTo>
                <a:cubicBezTo>
                  <a:pt x="-74" y="85739"/>
                  <a:pt x="85685" y="-101"/>
                  <a:pt x="191527" y="-158"/>
                </a:cubicBezTo>
                <a:cubicBezTo>
                  <a:pt x="191555" y="-158"/>
                  <a:pt x="191593" y="-158"/>
                  <a:pt x="191622" y="-158"/>
                </a:cubicBezTo>
                <a:cubicBezTo>
                  <a:pt x="297426" y="-158"/>
                  <a:pt x="383208" y="85586"/>
                  <a:pt x="383265" y="19139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E55036E-820C-ADF2-D66D-94F975268F15}"/>
              </a:ext>
            </a:extLst>
          </p:cNvPr>
          <p:cNvSpPr/>
          <p:nvPr/>
        </p:nvSpPr>
        <p:spPr>
          <a:xfrm>
            <a:off x="4621960" y="5620661"/>
            <a:ext cx="396557" cy="396557"/>
          </a:xfrm>
          <a:custGeom>
            <a:avLst/>
            <a:gdLst>
              <a:gd name="csX0" fmla="*/ 383265 w 383286"/>
              <a:gd name="csY0" fmla="*/ 191200 h 383286"/>
              <a:gd name="csX1" fmla="*/ 191908 w 383286"/>
              <a:gd name="csY1" fmla="*/ 383128 h 383286"/>
              <a:gd name="csX2" fmla="*/ -21 w 383286"/>
              <a:gd name="csY2" fmla="*/ 191771 h 383286"/>
              <a:gd name="csX3" fmla="*/ 191336 w 383286"/>
              <a:gd name="csY3" fmla="*/ -158 h 383286"/>
              <a:gd name="csX4" fmla="*/ 191622 w 383286"/>
              <a:gd name="csY4" fmla="*/ -158 h 383286"/>
              <a:gd name="csX5" fmla="*/ 383265 w 383286"/>
              <a:gd name="csY5" fmla="*/ 191390 h 383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83286" h="383286">
                <a:moveTo>
                  <a:pt x="383265" y="191200"/>
                </a:moveTo>
                <a:cubicBezTo>
                  <a:pt x="383427" y="297041"/>
                  <a:pt x="297750" y="382966"/>
                  <a:pt x="191908" y="383128"/>
                </a:cubicBezTo>
                <a:cubicBezTo>
                  <a:pt x="86066" y="383290"/>
                  <a:pt x="141" y="297613"/>
                  <a:pt x="-21" y="191771"/>
                </a:cubicBezTo>
                <a:cubicBezTo>
                  <a:pt x="-173" y="85929"/>
                  <a:pt x="85495" y="4"/>
                  <a:pt x="191336" y="-158"/>
                </a:cubicBezTo>
                <a:cubicBezTo>
                  <a:pt x="191431" y="-158"/>
                  <a:pt x="191527" y="-158"/>
                  <a:pt x="191622" y="-158"/>
                </a:cubicBezTo>
                <a:cubicBezTo>
                  <a:pt x="297426" y="-158"/>
                  <a:pt x="383208" y="85586"/>
                  <a:pt x="383265" y="19139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FDF1948-15C2-C7B3-E376-5805E418B58B}"/>
              </a:ext>
            </a:extLst>
          </p:cNvPr>
          <p:cNvSpPr/>
          <p:nvPr/>
        </p:nvSpPr>
        <p:spPr>
          <a:xfrm>
            <a:off x="1323556" y="934306"/>
            <a:ext cx="187044" cy="187044"/>
          </a:xfrm>
          <a:custGeom>
            <a:avLst/>
            <a:gdLst>
              <a:gd name="csX0" fmla="*/ 180763 w 180784"/>
              <a:gd name="csY0" fmla="*/ 90139 h 180784"/>
              <a:gd name="csX1" fmla="*/ 90466 w 180784"/>
              <a:gd name="csY1" fmla="*/ 180626 h 180784"/>
              <a:gd name="csX2" fmla="*/ -21 w 180784"/>
              <a:gd name="csY2" fmla="*/ 90330 h 180784"/>
              <a:gd name="csX3" fmla="*/ 90276 w 180784"/>
              <a:gd name="csY3" fmla="*/ -158 h 180784"/>
              <a:gd name="csX4" fmla="*/ 90466 w 180784"/>
              <a:gd name="csY4" fmla="*/ -158 h 180784"/>
              <a:gd name="csX5" fmla="*/ 180763 w 180784"/>
              <a:gd name="csY5" fmla="*/ 90139 h 180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80784" h="180784">
                <a:moveTo>
                  <a:pt x="180763" y="90139"/>
                </a:moveTo>
                <a:cubicBezTo>
                  <a:pt x="180816" y="140059"/>
                  <a:pt x="140389" y="180569"/>
                  <a:pt x="90466" y="180626"/>
                </a:cubicBezTo>
                <a:cubicBezTo>
                  <a:pt x="40544" y="180684"/>
                  <a:pt x="31" y="140250"/>
                  <a:pt x="-21" y="90330"/>
                </a:cubicBezTo>
                <a:cubicBezTo>
                  <a:pt x="-74" y="40409"/>
                  <a:pt x="40353" y="-101"/>
                  <a:pt x="90276" y="-158"/>
                </a:cubicBezTo>
                <a:cubicBezTo>
                  <a:pt x="90340" y="-158"/>
                  <a:pt x="90402" y="-158"/>
                  <a:pt x="90466" y="-158"/>
                </a:cubicBezTo>
                <a:cubicBezTo>
                  <a:pt x="140314" y="-101"/>
                  <a:pt x="180711" y="40295"/>
                  <a:pt x="180763" y="9013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16B6BF-1B5B-A9DE-6E15-F78E308A02BF}"/>
              </a:ext>
            </a:extLst>
          </p:cNvPr>
          <p:cNvSpPr/>
          <p:nvPr/>
        </p:nvSpPr>
        <p:spPr>
          <a:xfrm>
            <a:off x="904825" y="3635114"/>
            <a:ext cx="186846" cy="186847"/>
          </a:xfrm>
          <a:custGeom>
            <a:avLst/>
            <a:gdLst>
              <a:gd name="csX0" fmla="*/ 180573 w 180593"/>
              <a:gd name="csY0" fmla="*/ 90139 h 180594"/>
              <a:gd name="csX1" fmla="*/ 90276 w 180593"/>
              <a:gd name="csY1" fmla="*/ 180436 h 180594"/>
              <a:gd name="csX2" fmla="*/ -21 w 180593"/>
              <a:gd name="csY2" fmla="*/ 90139 h 180594"/>
              <a:gd name="csX3" fmla="*/ 90276 w 180593"/>
              <a:gd name="csY3" fmla="*/ -158 h 180594"/>
              <a:gd name="csX4" fmla="*/ 180573 w 180593"/>
              <a:gd name="csY4" fmla="*/ 89949 h 180594"/>
              <a:gd name="csX5" fmla="*/ 180573 w 180593"/>
              <a:gd name="csY5" fmla="*/ 90139 h 180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80593" h="180594">
                <a:moveTo>
                  <a:pt x="180573" y="90139"/>
                </a:moveTo>
                <a:cubicBezTo>
                  <a:pt x="180573" y="140012"/>
                  <a:pt x="140146" y="180436"/>
                  <a:pt x="90276" y="180436"/>
                </a:cubicBezTo>
                <a:cubicBezTo>
                  <a:pt x="40406" y="180436"/>
                  <a:pt x="-21" y="140012"/>
                  <a:pt x="-21" y="90139"/>
                </a:cubicBezTo>
                <a:cubicBezTo>
                  <a:pt x="-21" y="40266"/>
                  <a:pt x="40406" y="-158"/>
                  <a:pt x="90276" y="-158"/>
                </a:cubicBezTo>
                <a:cubicBezTo>
                  <a:pt x="140092" y="-215"/>
                  <a:pt x="180520" y="40133"/>
                  <a:pt x="180573" y="89949"/>
                </a:cubicBezTo>
                <a:cubicBezTo>
                  <a:pt x="180573" y="90015"/>
                  <a:pt x="180573" y="90073"/>
                  <a:pt x="180573" y="90139"/>
                </a:cubicBezTo>
                <a:close/>
              </a:path>
            </a:pathLst>
          </a:custGeom>
          <a:solidFill>
            <a:srgbClr val="3460AA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11388A9-8DFD-753A-E9F8-1427D7A3D123}"/>
              </a:ext>
            </a:extLst>
          </p:cNvPr>
          <p:cNvSpPr/>
          <p:nvPr/>
        </p:nvSpPr>
        <p:spPr>
          <a:xfrm>
            <a:off x="3883146" y="840783"/>
            <a:ext cx="186847" cy="186846"/>
          </a:xfrm>
          <a:custGeom>
            <a:avLst/>
            <a:gdLst>
              <a:gd name="csX0" fmla="*/ 180573 w 180594"/>
              <a:gd name="csY0" fmla="*/ 90139 h 180593"/>
              <a:gd name="csX1" fmla="*/ 90276 w 180594"/>
              <a:gd name="csY1" fmla="*/ 180436 h 180593"/>
              <a:gd name="csX2" fmla="*/ -21 w 180594"/>
              <a:gd name="csY2" fmla="*/ 90139 h 180593"/>
              <a:gd name="csX3" fmla="*/ 90276 w 180594"/>
              <a:gd name="csY3" fmla="*/ -158 h 180593"/>
              <a:gd name="csX4" fmla="*/ 180573 w 180594"/>
              <a:gd name="csY4" fmla="*/ 89949 h 180593"/>
              <a:gd name="csX5" fmla="*/ 180573 w 180594"/>
              <a:gd name="csY5" fmla="*/ 90139 h 1805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80594" h="180593">
                <a:moveTo>
                  <a:pt x="180573" y="90139"/>
                </a:moveTo>
                <a:cubicBezTo>
                  <a:pt x="180573" y="140012"/>
                  <a:pt x="140149" y="180436"/>
                  <a:pt x="90276" y="180436"/>
                </a:cubicBezTo>
                <a:cubicBezTo>
                  <a:pt x="40403" y="180436"/>
                  <a:pt x="-21" y="140012"/>
                  <a:pt x="-21" y="90139"/>
                </a:cubicBezTo>
                <a:cubicBezTo>
                  <a:pt x="-21" y="40266"/>
                  <a:pt x="40403" y="-158"/>
                  <a:pt x="90276" y="-158"/>
                </a:cubicBezTo>
                <a:cubicBezTo>
                  <a:pt x="140092" y="-215"/>
                  <a:pt x="180516" y="40133"/>
                  <a:pt x="180573" y="89949"/>
                </a:cubicBezTo>
                <a:cubicBezTo>
                  <a:pt x="180573" y="90015"/>
                  <a:pt x="180573" y="90072"/>
                  <a:pt x="180573" y="9013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C1C0E41-4DC4-2B8C-28B7-AA2EAA1378D3}"/>
              </a:ext>
            </a:extLst>
          </p:cNvPr>
          <p:cNvSpPr/>
          <p:nvPr/>
        </p:nvSpPr>
        <p:spPr>
          <a:xfrm>
            <a:off x="4273888" y="5785729"/>
            <a:ext cx="186846" cy="186847"/>
          </a:xfrm>
          <a:custGeom>
            <a:avLst/>
            <a:gdLst>
              <a:gd name="csX0" fmla="*/ 180573 w 180593"/>
              <a:gd name="csY0" fmla="*/ 90139 h 180594"/>
              <a:gd name="csX1" fmla="*/ 90276 w 180593"/>
              <a:gd name="csY1" fmla="*/ 180436 h 180594"/>
              <a:gd name="csX2" fmla="*/ -21 w 180593"/>
              <a:gd name="csY2" fmla="*/ 90139 h 180594"/>
              <a:gd name="csX3" fmla="*/ 90276 w 180593"/>
              <a:gd name="csY3" fmla="*/ -158 h 180594"/>
              <a:gd name="csX4" fmla="*/ 180573 w 180593"/>
              <a:gd name="csY4" fmla="*/ 90139 h 180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0593" h="180594">
                <a:moveTo>
                  <a:pt x="180573" y="90139"/>
                </a:moveTo>
                <a:cubicBezTo>
                  <a:pt x="180573" y="140012"/>
                  <a:pt x="140149" y="180436"/>
                  <a:pt x="90276" y="180436"/>
                </a:cubicBezTo>
                <a:cubicBezTo>
                  <a:pt x="40403" y="180436"/>
                  <a:pt x="-21" y="140012"/>
                  <a:pt x="-21" y="90139"/>
                </a:cubicBezTo>
                <a:cubicBezTo>
                  <a:pt x="-21" y="40266"/>
                  <a:pt x="40403" y="-158"/>
                  <a:pt x="90276" y="-158"/>
                </a:cubicBezTo>
                <a:cubicBezTo>
                  <a:pt x="140120" y="-110"/>
                  <a:pt x="180515" y="40295"/>
                  <a:pt x="180573" y="9013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2602497-D3C1-9922-C7BA-746C0442D391}"/>
              </a:ext>
            </a:extLst>
          </p:cNvPr>
          <p:cNvSpPr/>
          <p:nvPr/>
        </p:nvSpPr>
        <p:spPr>
          <a:xfrm>
            <a:off x="893887" y="1284545"/>
            <a:ext cx="725905" cy="725905"/>
          </a:xfrm>
          <a:custGeom>
            <a:avLst/>
            <a:gdLst>
              <a:gd name="csX0" fmla="*/ 701590 w 701611"/>
              <a:gd name="csY0" fmla="*/ 350172 h 701611"/>
              <a:gd name="csX1" fmla="*/ 351260 w 701611"/>
              <a:gd name="csY1" fmla="*/ 701454 h 701611"/>
              <a:gd name="csX2" fmla="*/ -21 w 701611"/>
              <a:gd name="csY2" fmla="*/ 351124 h 701611"/>
              <a:gd name="csX3" fmla="*/ 350308 w 701611"/>
              <a:gd name="csY3" fmla="*/ -158 h 701611"/>
              <a:gd name="csX4" fmla="*/ 350784 w 701611"/>
              <a:gd name="csY4" fmla="*/ -158 h 701611"/>
              <a:gd name="csX5" fmla="*/ 701590 w 701611"/>
              <a:gd name="csY5" fmla="*/ 350648 h 7016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01611" h="701611">
                <a:moveTo>
                  <a:pt x="701590" y="350172"/>
                </a:moveTo>
                <a:cubicBezTo>
                  <a:pt x="701853" y="543920"/>
                  <a:pt x="545005" y="701187"/>
                  <a:pt x="351260" y="701454"/>
                </a:cubicBezTo>
                <a:cubicBezTo>
                  <a:pt x="157516" y="701720"/>
                  <a:pt x="242" y="544872"/>
                  <a:pt x="-21" y="351124"/>
                </a:cubicBezTo>
                <a:cubicBezTo>
                  <a:pt x="-284" y="157376"/>
                  <a:pt x="156563" y="109"/>
                  <a:pt x="350308" y="-158"/>
                </a:cubicBezTo>
                <a:cubicBezTo>
                  <a:pt x="350467" y="-158"/>
                  <a:pt x="350625" y="-158"/>
                  <a:pt x="350784" y="-158"/>
                </a:cubicBezTo>
                <a:cubicBezTo>
                  <a:pt x="544528" y="-158"/>
                  <a:pt x="701590" y="156900"/>
                  <a:pt x="701590" y="35064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C24A6D7-A31A-5DCF-5B63-E91277F7DA1C}"/>
              </a:ext>
            </a:extLst>
          </p:cNvPr>
          <p:cNvSpPr/>
          <p:nvPr/>
        </p:nvSpPr>
        <p:spPr>
          <a:xfrm>
            <a:off x="4234371" y="975104"/>
            <a:ext cx="1780763" cy="1780566"/>
          </a:xfrm>
          <a:custGeom>
            <a:avLst/>
            <a:gdLst>
              <a:gd name="csX0" fmla="*/ 2360 w 1721167"/>
              <a:gd name="csY0" fmla="*/ -158 h 1720976"/>
              <a:gd name="csX1" fmla="*/ 82465 w 1721167"/>
              <a:gd name="csY1" fmla="*/ 9367 h 1720976"/>
              <a:gd name="csX2" fmla="*/ 161904 w 1721167"/>
              <a:gd name="csY2" fmla="*/ 24035 h 1720976"/>
              <a:gd name="csX3" fmla="*/ 201337 w 1721167"/>
              <a:gd name="csY3" fmla="*/ 32989 h 1720976"/>
              <a:gd name="csX4" fmla="*/ 221054 w 1721167"/>
              <a:gd name="csY4" fmla="*/ 37656 h 1720976"/>
              <a:gd name="csX5" fmla="*/ 240675 w 1721167"/>
              <a:gd name="csY5" fmla="*/ 42514 h 1720976"/>
              <a:gd name="csX6" fmla="*/ 279728 w 1721167"/>
              <a:gd name="csY6" fmla="*/ 53372 h 1720976"/>
              <a:gd name="csX7" fmla="*/ 299254 w 1721167"/>
              <a:gd name="csY7" fmla="*/ 58897 h 1720976"/>
              <a:gd name="csX8" fmla="*/ 318780 w 1721167"/>
              <a:gd name="csY8" fmla="*/ 64707 h 1720976"/>
              <a:gd name="csX9" fmla="*/ 620342 w 1721167"/>
              <a:gd name="csY9" fmla="*/ 187389 h 1720976"/>
              <a:gd name="csX10" fmla="*/ 899424 w 1721167"/>
              <a:gd name="csY10" fmla="*/ 358839 h 1720976"/>
              <a:gd name="csX11" fmla="*/ 1362054 w 1721167"/>
              <a:gd name="csY11" fmla="*/ 821659 h 1720976"/>
              <a:gd name="csX12" fmla="*/ 1409107 w 1721167"/>
              <a:gd name="csY12" fmla="*/ 888906 h 1720976"/>
              <a:gd name="csX13" fmla="*/ 1414917 w 1721167"/>
              <a:gd name="csY13" fmla="*/ 897288 h 1720976"/>
              <a:gd name="csX14" fmla="*/ 1420537 w 1721167"/>
              <a:gd name="csY14" fmla="*/ 905955 h 1720976"/>
              <a:gd name="csX15" fmla="*/ 1431491 w 1721167"/>
              <a:gd name="csY15" fmla="*/ 923196 h 1720976"/>
              <a:gd name="csX16" fmla="*/ 1453494 w 1721167"/>
              <a:gd name="csY16" fmla="*/ 957866 h 1720976"/>
              <a:gd name="csX17" fmla="*/ 1458923 w 1721167"/>
              <a:gd name="csY17" fmla="*/ 966439 h 1720976"/>
              <a:gd name="csX18" fmla="*/ 1464162 w 1721167"/>
              <a:gd name="csY18" fmla="*/ 975297 h 1720976"/>
              <a:gd name="csX19" fmla="*/ 1474449 w 1721167"/>
              <a:gd name="csY19" fmla="*/ 993014 h 1720976"/>
              <a:gd name="csX20" fmla="*/ 1494928 w 1721167"/>
              <a:gd name="csY20" fmla="*/ 1028447 h 1720976"/>
              <a:gd name="csX21" fmla="*/ 1499976 w 1721167"/>
              <a:gd name="csY21" fmla="*/ 1037400 h 1720976"/>
              <a:gd name="csX22" fmla="*/ 1504833 w 1721167"/>
              <a:gd name="csY22" fmla="*/ 1046449 h 1720976"/>
              <a:gd name="csX23" fmla="*/ 1514358 w 1721167"/>
              <a:gd name="csY23" fmla="*/ 1064451 h 1720976"/>
              <a:gd name="csX24" fmla="*/ 1533408 w 1721167"/>
              <a:gd name="csY24" fmla="*/ 1100646 h 1720976"/>
              <a:gd name="csX25" fmla="*/ 1656090 w 1721167"/>
              <a:gd name="csY25" fmla="*/ 1402208 h 1720976"/>
              <a:gd name="csX26" fmla="*/ 1661901 w 1721167"/>
              <a:gd name="csY26" fmla="*/ 1421258 h 1720976"/>
              <a:gd name="csX27" fmla="*/ 1667425 w 1721167"/>
              <a:gd name="csY27" fmla="*/ 1440784 h 1720976"/>
              <a:gd name="csX28" fmla="*/ 1678379 w 1721167"/>
              <a:gd name="csY28" fmla="*/ 1479837 h 1720976"/>
              <a:gd name="csX29" fmla="*/ 1683237 w 1721167"/>
              <a:gd name="csY29" fmla="*/ 1499458 h 1720976"/>
              <a:gd name="csX30" fmla="*/ 1687904 w 1721167"/>
              <a:gd name="csY30" fmla="*/ 1519175 h 1720976"/>
              <a:gd name="csX31" fmla="*/ 1696858 w 1721167"/>
              <a:gd name="csY31" fmla="*/ 1558608 h 1720976"/>
              <a:gd name="csX32" fmla="*/ 1711621 w 1721167"/>
              <a:gd name="csY32" fmla="*/ 1637951 h 1720976"/>
              <a:gd name="csX33" fmla="*/ 1721146 w 1721167"/>
              <a:gd name="csY33" fmla="*/ 1718057 h 1720976"/>
              <a:gd name="csX34" fmla="*/ 1711621 w 1721167"/>
              <a:gd name="csY34" fmla="*/ 1720819 h 1720976"/>
              <a:gd name="csX35" fmla="*/ 1461876 w 1721167"/>
              <a:gd name="csY35" fmla="*/ 1142175 h 1720976"/>
              <a:gd name="csX36" fmla="*/ 1441397 w 1721167"/>
              <a:gd name="csY36" fmla="*/ 1108457 h 1720976"/>
              <a:gd name="csX37" fmla="*/ 1431015 w 1721167"/>
              <a:gd name="csY37" fmla="*/ 1091598 h 1720976"/>
              <a:gd name="csX38" fmla="*/ 1425871 w 1721167"/>
              <a:gd name="csY38" fmla="*/ 1083215 h 1720976"/>
              <a:gd name="csX39" fmla="*/ 1420537 w 1721167"/>
              <a:gd name="csY39" fmla="*/ 1074929 h 1720976"/>
              <a:gd name="csX40" fmla="*/ 1399011 w 1721167"/>
              <a:gd name="csY40" fmla="*/ 1041877 h 1720976"/>
              <a:gd name="csX41" fmla="*/ 1388248 w 1721167"/>
              <a:gd name="csY41" fmla="*/ 1026065 h 1720976"/>
              <a:gd name="csX42" fmla="*/ 1382914 w 1721167"/>
              <a:gd name="csY42" fmla="*/ 1017779 h 1720976"/>
              <a:gd name="csX43" fmla="*/ 1377198 w 1721167"/>
              <a:gd name="csY43" fmla="*/ 1009682 h 1720976"/>
              <a:gd name="csX44" fmla="*/ 1354720 w 1721167"/>
              <a:gd name="csY44" fmla="*/ 977298 h 1720976"/>
              <a:gd name="csX45" fmla="*/ 1343480 w 1721167"/>
              <a:gd name="csY45" fmla="*/ 961105 h 1720976"/>
              <a:gd name="csX46" fmla="*/ 1337765 w 1721167"/>
              <a:gd name="csY46" fmla="*/ 953009 h 1720976"/>
              <a:gd name="csX47" fmla="*/ 1331955 w 1721167"/>
              <a:gd name="csY47" fmla="*/ 945103 h 1720976"/>
              <a:gd name="csX48" fmla="*/ 1308333 w 1721167"/>
              <a:gd name="csY48" fmla="*/ 913480 h 1720976"/>
              <a:gd name="csX49" fmla="*/ 1296522 w 1721167"/>
              <a:gd name="csY49" fmla="*/ 897668 h 1720976"/>
              <a:gd name="csX50" fmla="*/ 1290616 w 1721167"/>
              <a:gd name="csY50" fmla="*/ 889763 h 1720976"/>
              <a:gd name="csX51" fmla="*/ 1284425 w 1721167"/>
              <a:gd name="csY51" fmla="*/ 882048 h 1720976"/>
              <a:gd name="csX52" fmla="*/ 839417 w 1721167"/>
              <a:gd name="csY52" fmla="*/ 436754 h 1720976"/>
              <a:gd name="csX53" fmla="*/ 831606 w 1721167"/>
              <a:gd name="csY53" fmla="*/ 430563 h 1720976"/>
              <a:gd name="csX54" fmla="*/ 823701 w 1721167"/>
              <a:gd name="csY54" fmla="*/ 424657 h 1720976"/>
              <a:gd name="csX55" fmla="*/ 807889 w 1721167"/>
              <a:gd name="csY55" fmla="*/ 413227 h 1720976"/>
              <a:gd name="csX56" fmla="*/ 776266 w 1721167"/>
              <a:gd name="csY56" fmla="*/ 389605 h 1720976"/>
              <a:gd name="csX57" fmla="*/ 768361 w 1721167"/>
              <a:gd name="csY57" fmla="*/ 383699 h 1720976"/>
              <a:gd name="csX58" fmla="*/ 760264 w 1721167"/>
              <a:gd name="csY58" fmla="*/ 378080 h 1720976"/>
              <a:gd name="csX59" fmla="*/ 744072 w 1721167"/>
              <a:gd name="csY59" fmla="*/ 366840 h 1720976"/>
              <a:gd name="csX60" fmla="*/ 711973 w 1721167"/>
              <a:gd name="csY60" fmla="*/ 344076 h 1720976"/>
              <a:gd name="csX61" fmla="*/ 703876 w 1721167"/>
              <a:gd name="csY61" fmla="*/ 338456 h 1720976"/>
              <a:gd name="csX62" fmla="*/ 695589 w 1721167"/>
              <a:gd name="csY62" fmla="*/ 333027 h 1720976"/>
              <a:gd name="csX63" fmla="*/ 679111 w 1721167"/>
              <a:gd name="csY63" fmla="*/ 322359 h 1720976"/>
              <a:gd name="csX64" fmla="*/ 645298 w 1721167"/>
              <a:gd name="csY64" fmla="*/ 300832 h 1720976"/>
              <a:gd name="csX65" fmla="*/ 637106 w 1721167"/>
              <a:gd name="csY65" fmla="*/ 295403 h 1720976"/>
              <a:gd name="csX66" fmla="*/ 628629 w 1721167"/>
              <a:gd name="csY66" fmla="*/ 290259 h 1720976"/>
              <a:gd name="csX67" fmla="*/ 611960 w 1721167"/>
              <a:gd name="csY67" fmla="*/ 279877 h 1720976"/>
              <a:gd name="csX68" fmla="*/ 578623 w 1721167"/>
              <a:gd name="csY68" fmla="*/ 259493 h 1720976"/>
              <a:gd name="csX69" fmla="*/ -21 w 1721167"/>
              <a:gd name="csY69" fmla="*/ 9748 h 1720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</a:cxnLst>
            <a:rect l="l" t="t" r="r" b="b"/>
            <a:pathLst>
              <a:path w="1721167" h="1720976">
                <a:moveTo>
                  <a:pt x="2360" y="-158"/>
                </a:moveTo>
                <a:cubicBezTo>
                  <a:pt x="29221" y="2509"/>
                  <a:pt x="55700" y="6033"/>
                  <a:pt x="82465" y="9367"/>
                </a:cubicBezTo>
                <a:cubicBezTo>
                  <a:pt x="109230" y="12701"/>
                  <a:pt x="135520" y="18892"/>
                  <a:pt x="161904" y="24035"/>
                </a:cubicBezTo>
                <a:cubicBezTo>
                  <a:pt x="175048" y="26988"/>
                  <a:pt x="188193" y="29846"/>
                  <a:pt x="201337" y="32989"/>
                </a:cubicBezTo>
                <a:lnTo>
                  <a:pt x="221054" y="37656"/>
                </a:lnTo>
                <a:cubicBezTo>
                  <a:pt x="227626" y="39276"/>
                  <a:pt x="234198" y="40704"/>
                  <a:pt x="240675" y="42514"/>
                </a:cubicBezTo>
                <a:cubicBezTo>
                  <a:pt x="253725" y="45943"/>
                  <a:pt x="266679" y="49753"/>
                  <a:pt x="279728" y="53372"/>
                </a:cubicBezTo>
                <a:lnTo>
                  <a:pt x="299254" y="58897"/>
                </a:lnTo>
                <a:cubicBezTo>
                  <a:pt x="305731" y="60802"/>
                  <a:pt x="312304" y="62612"/>
                  <a:pt x="318780" y="64707"/>
                </a:cubicBezTo>
                <a:cubicBezTo>
                  <a:pt x="422593" y="96997"/>
                  <a:pt x="523473" y="138040"/>
                  <a:pt x="620342" y="187389"/>
                </a:cubicBezTo>
                <a:cubicBezTo>
                  <a:pt x="717859" y="236881"/>
                  <a:pt x="811194" y="294222"/>
                  <a:pt x="899424" y="358839"/>
                </a:cubicBezTo>
                <a:cubicBezTo>
                  <a:pt x="1076618" y="488293"/>
                  <a:pt x="1232676" y="644418"/>
                  <a:pt x="1362054" y="821659"/>
                </a:cubicBezTo>
                <a:cubicBezTo>
                  <a:pt x="1378246" y="843662"/>
                  <a:pt x="1393582" y="866426"/>
                  <a:pt x="1409107" y="888906"/>
                </a:cubicBezTo>
                <a:lnTo>
                  <a:pt x="1414917" y="897288"/>
                </a:lnTo>
                <a:lnTo>
                  <a:pt x="1420537" y="905955"/>
                </a:lnTo>
                <a:lnTo>
                  <a:pt x="1431491" y="923196"/>
                </a:lnTo>
                <a:lnTo>
                  <a:pt x="1453494" y="957866"/>
                </a:lnTo>
                <a:lnTo>
                  <a:pt x="1458923" y="966439"/>
                </a:lnTo>
                <a:lnTo>
                  <a:pt x="1464162" y="975297"/>
                </a:lnTo>
                <a:lnTo>
                  <a:pt x="1474449" y="993014"/>
                </a:lnTo>
                <a:cubicBezTo>
                  <a:pt x="1481307" y="1004825"/>
                  <a:pt x="1488260" y="1016636"/>
                  <a:pt x="1494928" y="1028447"/>
                </a:cubicBezTo>
                <a:lnTo>
                  <a:pt x="1499976" y="1037400"/>
                </a:lnTo>
                <a:lnTo>
                  <a:pt x="1504833" y="1046449"/>
                </a:lnTo>
                <a:lnTo>
                  <a:pt x="1514358" y="1064451"/>
                </a:lnTo>
                <a:lnTo>
                  <a:pt x="1533408" y="1100646"/>
                </a:lnTo>
                <a:cubicBezTo>
                  <a:pt x="1582758" y="1197515"/>
                  <a:pt x="1623801" y="1298395"/>
                  <a:pt x="1656090" y="1402208"/>
                </a:cubicBezTo>
                <a:cubicBezTo>
                  <a:pt x="1658186" y="1408590"/>
                  <a:pt x="1659996" y="1415162"/>
                  <a:pt x="1661901" y="1421258"/>
                </a:cubicBezTo>
                <a:lnTo>
                  <a:pt x="1667425" y="1440784"/>
                </a:lnTo>
                <a:cubicBezTo>
                  <a:pt x="1671140" y="1453833"/>
                  <a:pt x="1674855" y="1466787"/>
                  <a:pt x="1678379" y="1479837"/>
                </a:cubicBezTo>
                <a:cubicBezTo>
                  <a:pt x="1680189" y="1486314"/>
                  <a:pt x="1681617" y="1492886"/>
                  <a:pt x="1683237" y="1499458"/>
                </a:cubicBezTo>
                <a:lnTo>
                  <a:pt x="1687904" y="1519175"/>
                </a:lnTo>
                <a:cubicBezTo>
                  <a:pt x="1691047" y="1532224"/>
                  <a:pt x="1693905" y="1545464"/>
                  <a:pt x="1696858" y="1558608"/>
                </a:cubicBezTo>
                <a:cubicBezTo>
                  <a:pt x="1702287" y="1584992"/>
                  <a:pt x="1706859" y="1611567"/>
                  <a:pt x="1711621" y="1637951"/>
                </a:cubicBezTo>
                <a:cubicBezTo>
                  <a:pt x="1716384" y="1664336"/>
                  <a:pt x="1718860" y="1691291"/>
                  <a:pt x="1721146" y="1718057"/>
                </a:cubicBezTo>
                <a:lnTo>
                  <a:pt x="1711621" y="1720819"/>
                </a:lnTo>
                <a:cubicBezTo>
                  <a:pt x="1652928" y="1518241"/>
                  <a:pt x="1569023" y="1323836"/>
                  <a:pt x="1461876" y="1142175"/>
                </a:cubicBezTo>
                <a:lnTo>
                  <a:pt x="1441397" y="1108457"/>
                </a:lnTo>
                <a:lnTo>
                  <a:pt x="1431015" y="1091598"/>
                </a:lnTo>
                <a:cubicBezTo>
                  <a:pt x="1429300" y="1088835"/>
                  <a:pt x="1427681" y="1085978"/>
                  <a:pt x="1425871" y="1083215"/>
                </a:cubicBezTo>
                <a:lnTo>
                  <a:pt x="1420537" y="1074929"/>
                </a:lnTo>
                <a:lnTo>
                  <a:pt x="1399011" y="1041877"/>
                </a:lnTo>
                <a:lnTo>
                  <a:pt x="1388248" y="1026065"/>
                </a:lnTo>
                <a:lnTo>
                  <a:pt x="1382914" y="1017779"/>
                </a:lnTo>
                <a:lnTo>
                  <a:pt x="1377198" y="1009682"/>
                </a:lnTo>
                <a:lnTo>
                  <a:pt x="1354720" y="977298"/>
                </a:lnTo>
                <a:lnTo>
                  <a:pt x="1343480" y="961105"/>
                </a:lnTo>
                <a:lnTo>
                  <a:pt x="1337765" y="953009"/>
                </a:lnTo>
                <a:lnTo>
                  <a:pt x="1331955" y="945103"/>
                </a:lnTo>
                <a:lnTo>
                  <a:pt x="1308333" y="913480"/>
                </a:lnTo>
                <a:lnTo>
                  <a:pt x="1296522" y="897668"/>
                </a:lnTo>
                <a:lnTo>
                  <a:pt x="1290616" y="889763"/>
                </a:lnTo>
                <a:cubicBezTo>
                  <a:pt x="1288616" y="887096"/>
                  <a:pt x="1286521" y="884619"/>
                  <a:pt x="1284425" y="882048"/>
                </a:cubicBezTo>
                <a:cubicBezTo>
                  <a:pt x="1155152" y="715722"/>
                  <a:pt x="1005666" y="566141"/>
                  <a:pt x="839417" y="436754"/>
                </a:cubicBezTo>
                <a:lnTo>
                  <a:pt x="831606" y="430563"/>
                </a:lnTo>
                <a:lnTo>
                  <a:pt x="823701" y="424657"/>
                </a:lnTo>
                <a:lnTo>
                  <a:pt x="807889" y="413227"/>
                </a:lnTo>
                <a:lnTo>
                  <a:pt x="776266" y="389605"/>
                </a:lnTo>
                <a:lnTo>
                  <a:pt x="768361" y="383699"/>
                </a:lnTo>
                <a:lnTo>
                  <a:pt x="760264" y="378080"/>
                </a:lnTo>
                <a:lnTo>
                  <a:pt x="744072" y="366840"/>
                </a:lnTo>
                <a:lnTo>
                  <a:pt x="711973" y="344076"/>
                </a:lnTo>
                <a:lnTo>
                  <a:pt x="703876" y="338456"/>
                </a:lnTo>
                <a:lnTo>
                  <a:pt x="695589" y="333027"/>
                </a:lnTo>
                <a:lnTo>
                  <a:pt x="679111" y="322359"/>
                </a:lnTo>
                <a:lnTo>
                  <a:pt x="645298" y="300832"/>
                </a:lnTo>
                <a:lnTo>
                  <a:pt x="637106" y="295403"/>
                </a:lnTo>
                <a:lnTo>
                  <a:pt x="628629" y="290259"/>
                </a:lnTo>
                <a:lnTo>
                  <a:pt x="611960" y="279877"/>
                </a:lnTo>
                <a:lnTo>
                  <a:pt x="578623" y="259493"/>
                </a:lnTo>
                <a:cubicBezTo>
                  <a:pt x="396971" y="152328"/>
                  <a:pt x="202566" y="68422"/>
                  <a:pt x="-21" y="974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52BAEA6-8260-DD71-726E-BD1E81171A2C}"/>
              </a:ext>
            </a:extLst>
          </p:cNvPr>
          <p:cNvSpPr/>
          <p:nvPr/>
        </p:nvSpPr>
        <p:spPr>
          <a:xfrm>
            <a:off x="1072357" y="4137118"/>
            <a:ext cx="1781157" cy="1780171"/>
          </a:xfrm>
          <a:custGeom>
            <a:avLst/>
            <a:gdLst>
              <a:gd name="csX0" fmla="*/ 1719241 w 1721548"/>
              <a:gd name="csY0" fmla="*/ 1720438 h 1720595"/>
              <a:gd name="csX1" fmla="*/ 1639136 w 1721548"/>
              <a:gd name="csY1" fmla="*/ 1710913 h 1720595"/>
              <a:gd name="csX2" fmla="*/ 1559793 w 1721548"/>
              <a:gd name="csY2" fmla="*/ 1696245 h 1720595"/>
              <a:gd name="csX3" fmla="*/ 1520359 w 1721548"/>
              <a:gd name="csY3" fmla="*/ 1687196 h 1720595"/>
              <a:gd name="csX4" fmla="*/ 1500643 w 1721548"/>
              <a:gd name="csY4" fmla="*/ 1682624 h 1720595"/>
              <a:gd name="csX5" fmla="*/ 1480926 w 1721548"/>
              <a:gd name="csY5" fmla="*/ 1677766 h 1720595"/>
              <a:gd name="csX6" fmla="*/ 1441873 w 1721548"/>
              <a:gd name="csY6" fmla="*/ 1666907 h 1720595"/>
              <a:gd name="csX7" fmla="*/ 1422347 w 1721548"/>
              <a:gd name="csY7" fmla="*/ 1661288 h 1720595"/>
              <a:gd name="csX8" fmla="*/ 1403297 w 1721548"/>
              <a:gd name="csY8" fmla="*/ 1655573 h 1720595"/>
              <a:gd name="csX9" fmla="*/ 1101164 w 1721548"/>
              <a:gd name="csY9" fmla="*/ 1532510 h 1720595"/>
              <a:gd name="csX10" fmla="*/ 822177 w 1721548"/>
              <a:gd name="csY10" fmla="*/ 1361060 h 1720595"/>
              <a:gd name="csX11" fmla="*/ 359452 w 1721548"/>
              <a:gd name="csY11" fmla="*/ 898240 h 1720595"/>
              <a:gd name="csX12" fmla="*/ 312399 w 1721548"/>
              <a:gd name="csY12" fmla="*/ 830993 h 1720595"/>
              <a:gd name="csX13" fmla="*/ 306684 w 1721548"/>
              <a:gd name="csY13" fmla="*/ 822612 h 1720595"/>
              <a:gd name="csX14" fmla="*/ 301064 w 1721548"/>
              <a:gd name="csY14" fmla="*/ 814611 h 1720595"/>
              <a:gd name="csX15" fmla="*/ 290015 w 1721548"/>
              <a:gd name="csY15" fmla="*/ 797275 h 1720595"/>
              <a:gd name="csX16" fmla="*/ 268108 w 1721548"/>
              <a:gd name="csY16" fmla="*/ 762699 h 1720595"/>
              <a:gd name="csX17" fmla="*/ 262583 w 1721548"/>
              <a:gd name="csY17" fmla="*/ 754032 h 1720595"/>
              <a:gd name="csX18" fmla="*/ 257439 w 1721548"/>
              <a:gd name="csY18" fmla="*/ 745174 h 1720595"/>
              <a:gd name="csX19" fmla="*/ 247152 w 1721548"/>
              <a:gd name="csY19" fmla="*/ 727457 h 1720595"/>
              <a:gd name="csX20" fmla="*/ 226674 w 1721548"/>
              <a:gd name="csY20" fmla="*/ 692024 h 1720595"/>
              <a:gd name="csX21" fmla="*/ 221625 w 1721548"/>
              <a:gd name="csY21" fmla="*/ 683166 h 1720595"/>
              <a:gd name="csX22" fmla="*/ 216768 w 1721548"/>
              <a:gd name="csY22" fmla="*/ 674117 h 1720595"/>
              <a:gd name="csX23" fmla="*/ 207243 w 1721548"/>
              <a:gd name="csY23" fmla="*/ 656019 h 1720595"/>
              <a:gd name="csX24" fmla="*/ 188193 w 1721548"/>
              <a:gd name="csY24" fmla="*/ 619920 h 1720595"/>
              <a:gd name="csX25" fmla="*/ 65511 w 1721548"/>
              <a:gd name="csY25" fmla="*/ 318358 h 1720595"/>
              <a:gd name="csX26" fmla="*/ 59700 w 1721548"/>
              <a:gd name="csY26" fmla="*/ 298832 h 1720595"/>
              <a:gd name="csX27" fmla="*/ 54176 w 1721548"/>
              <a:gd name="csY27" fmla="*/ 279782 h 1720595"/>
              <a:gd name="csX28" fmla="*/ 43222 w 1721548"/>
              <a:gd name="csY28" fmla="*/ 240825 h 1720595"/>
              <a:gd name="csX29" fmla="*/ 38460 w 1721548"/>
              <a:gd name="csY29" fmla="*/ 221108 h 1720595"/>
              <a:gd name="csX30" fmla="*/ 33697 w 1721548"/>
              <a:gd name="csY30" fmla="*/ 201486 h 1720595"/>
              <a:gd name="csX31" fmla="*/ 24744 w 1721548"/>
              <a:gd name="csY31" fmla="*/ 162053 h 1720595"/>
              <a:gd name="csX32" fmla="*/ 10075 w 1721548"/>
              <a:gd name="csY32" fmla="*/ 82614 h 1720595"/>
              <a:gd name="csX33" fmla="*/ -21 w 1721548"/>
              <a:gd name="csY33" fmla="*/ 2604 h 1720595"/>
              <a:gd name="csX34" fmla="*/ 9980 w 1721548"/>
              <a:gd name="csY34" fmla="*/ -158 h 1720595"/>
              <a:gd name="csX35" fmla="*/ 259630 w 1721548"/>
              <a:gd name="csY35" fmla="*/ 578295 h 1720595"/>
              <a:gd name="csX36" fmla="*/ 280204 w 1721548"/>
              <a:gd name="csY36" fmla="*/ 612014 h 1720595"/>
              <a:gd name="csX37" fmla="*/ 290491 w 1721548"/>
              <a:gd name="csY37" fmla="*/ 628873 h 1720595"/>
              <a:gd name="csX38" fmla="*/ 295635 w 1721548"/>
              <a:gd name="csY38" fmla="*/ 637255 h 1720595"/>
              <a:gd name="csX39" fmla="*/ 300969 w 1721548"/>
              <a:gd name="csY39" fmla="*/ 645542 h 1720595"/>
              <a:gd name="csX40" fmla="*/ 322495 w 1721548"/>
              <a:gd name="csY40" fmla="*/ 678499 h 1720595"/>
              <a:gd name="csX41" fmla="*/ 333258 w 1721548"/>
              <a:gd name="csY41" fmla="*/ 695072 h 1720595"/>
              <a:gd name="csX42" fmla="*/ 338688 w 1721548"/>
              <a:gd name="csY42" fmla="*/ 703263 h 1720595"/>
              <a:gd name="csX43" fmla="*/ 344308 w 1721548"/>
              <a:gd name="csY43" fmla="*/ 711359 h 1720595"/>
              <a:gd name="csX44" fmla="*/ 366787 w 1721548"/>
              <a:gd name="csY44" fmla="*/ 743745 h 1720595"/>
              <a:gd name="csX45" fmla="*/ 378121 w 1721548"/>
              <a:gd name="csY45" fmla="*/ 759937 h 1720595"/>
              <a:gd name="csX46" fmla="*/ 383741 w 1721548"/>
              <a:gd name="csY46" fmla="*/ 768033 h 1720595"/>
              <a:gd name="csX47" fmla="*/ 389647 w 1721548"/>
              <a:gd name="csY47" fmla="*/ 775939 h 1720595"/>
              <a:gd name="csX48" fmla="*/ 413173 w 1721548"/>
              <a:gd name="csY48" fmla="*/ 807658 h 1720595"/>
              <a:gd name="csX49" fmla="*/ 424889 w 1721548"/>
              <a:gd name="csY49" fmla="*/ 822517 h 1720595"/>
              <a:gd name="csX50" fmla="*/ 430795 w 1721548"/>
              <a:gd name="csY50" fmla="*/ 830422 h 1720595"/>
              <a:gd name="csX51" fmla="*/ 436986 w 1721548"/>
              <a:gd name="csY51" fmla="*/ 838137 h 1720595"/>
              <a:gd name="csX52" fmla="*/ 882089 w 1721548"/>
              <a:gd name="csY52" fmla="*/ 1283336 h 1720595"/>
              <a:gd name="csX53" fmla="*/ 889900 w 1721548"/>
              <a:gd name="csY53" fmla="*/ 1289527 h 1720595"/>
              <a:gd name="csX54" fmla="*/ 897805 w 1721548"/>
              <a:gd name="csY54" fmla="*/ 1295337 h 1720595"/>
              <a:gd name="csX55" fmla="*/ 913617 w 1721548"/>
              <a:gd name="csY55" fmla="*/ 1307149 h 1720595"/>
              <a:gd name="csX56" fmla="*/ 945240 w 1721548"/>
              <a:gd name="csY56" fmla="*/ 1330770 h 1720595"/>
              <a:gd name="csX57" fmla="*/ 953146 w 1721548"/>
              <a:gd name="csY57" fmla="*/ 1336581 h 1720595"/>
              <a:gd name="csX58" fmla="*/ 961242 w 1721548"/>
              <a:gd name="csY58" fmla="*/ 1342296 h 1720595"/>
              <a:gd name="csX59" fmla="*/ 977434 w 1721548"/>
              <a:gd name="csY59" fmla="*/ 1353535 h 1720595"/>
              <a:gd name="csX60" fmla="*/ 1009724 w 1721548"/>
              <a:gd name="csY60" fmla="*/ 1376205 h 1720595"/>
              <a:gd name="csX61" fmla="*/ 1017820 w 1721548"/>
              <a:gd name="csY61" fmla="*/ 1381824 h 1720595"/>
              <a:gd name="csX62" fmla="*/ 1026107 w 1721548"/>
              <a:gd name="csY62" fmla="*/ 1387254 h 1720595"/>
              <a:gd name="csX63" fmla="*/ 1042585 w 1721548"/>
              <a:gd name="csY63" fmla="*/ 1398017 h 1720595"/>
              <a:gd name="csX64" fmla="*/ 1075542 w 1721548"/>
              <a:gd name="csY64" fmla="*/ 1419448 h 1720595"/>
              <a:gd name="csX65" fmla="*/ 1083828 w 1721548"/>
              <a:gd name="csY65" fmla="*/ 1424877 h 1720595"/>
              <a:gd name="csX66" fmla="*/ 1092211 w 1721548"/>
              <a:gd name="csY66" fmla="*/ 1430021 h 1720595"/>
              <a:gd name="csX67" fmla="*/ 1109165 w 1721548"/>
              <a:gd name="csY67" fmla="*/ 1440308 h 1720595"/>
              <a:gd name="csX68" fmla="*/ 1142884 w 1721548"/>
              <a:gd name="csY68" fmla="*/ 1460787 h 1720595"/>
              <a:gd name="csX69" fmla="*/ 1721527 w 1721548"/>
              <a:gd name="csY69" fmla="*/ 1710532 h 17205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</a:cxnLst>
            <a:rect l="l" t="t" r="r" b="b"/>
            <a:pathLst>
              <a:path w="1721548" h="1720595">
                <a:moveTo>
                  <a:pt x="1719241" y="1720438"/>
                </a:moveTo>
                <a:cubicBezTo>
                  <a:pt x="1692571" y="1717771"/>
                  <a:pt x="1665901" y="1714247"/>
                  <a:pt x="1639136" y="1710913"/>
                </a:cubicBezTo>
                <a:cubicBezTo>
                  <a:pt x="1612371" y="1707579"/>
                  <a:pt x="1586177" y="1701388"/>
                  <a:pt x="1559793" y="1696245"/>
                </a:cubicBezTo>
                <a:cubicBezTo>
                  <a:pt x="1546648" y="1693292"/>
                  <a:pt x="1533409" y="1690435"/>
                  <a:pt x="1520359" y="1687196"/>
                </a:cubicBezTo>
                <a:lnTo>
                  <a:pt x="1500643" y="1682624"/>
                </a:lnTo>
                <a:cubicBezTo>
                  <a:pt x="1494070" y="1681005"/>
                  <a:pt x="1487403" y="1679576"/>
                  <a:pt x="1480926" y="1677766"/>
                </a:cubicBezTo>
                <a:cubicBezTo>
                  <a:pt x="1467877" y="1674337"/>
                  <a:pt x="1454923" y="1670527"/>
                  <a:pt x="1441873" y="1666907"/>
                </a:cubicBezTo>
                <a:lnTo>
                  <a:pt x="1422347" y="1661288"/>
                </a:lnTo>
                <a:cubicBezTo>
                  <a:pt x="1415870" y="1659478"/>
                  <a:pt x="1409298" y="1657669"/>
                  <a:pt x="1403297" y="1655573"/>
                </a:cubicBezTo>
                <a:cubicBezTo>
                  <a:pt x="1299284" y="1623169"/>
                  <a:pt x="1198214" y="1582002"/>
                  <a:pt x="1101164" y="1532510"/>
                </a:cubicBezTo>
                <a:cubicBezTo>
                  <a:pt x="1003676" y="1483018"/>
                  <a:pt x="910369" y="1425677"/>
                  <a:pt x="822177" y="1361060"/>
                </a:cubicBezTo>
                <a:cubicBezTo>
                  <a:pt x="644974" y="1231596"/>
                  <a:pt x="488883" y="1075472"/>
                  <a:pt x="359452" y="898240"/>
                </a:cubicBezTo>
                <a:cubicBezTo>
                  <a:pt x="343260" y="876237"/>
                  <a:pt x="328020" y="853473"/>
                  <a:pt x="312399" y="830993"/>
                </a:cubicBezTo>
                <a:lnTo>
                  <a:pt x="306684" y="822612"/>
                </a:lnTo>
                <a:lnTo>
                  <a:pt x="301064" y="814611"/>
                </a:lnTo>
                <a:lnTo>
                  <a:pt x="290015" y="797275"/>
                </a:lnTo>
                <a:lnTo>
                  <a:pt x="268108" y="762699"/>
                </a:lnTo>
                <a:lnTo>
                  <a:pt x="262583" y="754032"/>
                </a:lnTo>
                <a:lnTo>
                  <a:pt x="257439" y="745174"/>
                </a:lnTo>
                <a:lnTo>
                  <a:pt x="247152" y="727457"/>
                </a:lnTo>
                <a:cubicBezTo>
                  <a:pt x="240295" y="715646"/>
                  <a:pt x="233341" y="703930"/>
                  <a:pt x="226674" y="692024"/>
                </a:cubicBezTo>
                <a:lnTo>
                  <a:pt x="221625" y="683166"/>
                </a:lnTo>
                <a:cubicBezTo>
                  <a:pt x="219911" y="680213"/>
                  <a:pt x="218387" y="677165"/>
                  <a:pt x="216768" y="674117"/>
                </a:cubicBezTo>
                <a:lnTo>
                  <a:pt x="207243" y="656019"/>
                </a:lnTo>
                <a:lnTo>
                  <a:pt x="188193" y="619920"/>
                </a:lnTo>
                <a:cubicBezTo>
                  <a:pt x="138877" y="523031"/>
                  <a:pt x="97837" y="422152"/>
                  <a:pt x="65511" y="318358"/>
                </a:cubicBezTo>
                <a:cubicBezTo>
                  <a:pt x="63415" y="311976"/>
                  <a:pt x="61605" y="305404"/>
                  <a:pt x="59700" y="298832"/>
                </a:cubicBezTo>
                <a:lnTo>
                  <a:pt x="54176" y="279782"/>
                </a:lnTo>
                <a:cubicBezTo>
                  <a:pt x="50461" y="266828"/>
                  <a:pt x="46746" y="253874"/>
                  <a:pt x="43222" y="240825"/>
                </a:cubicBezTo>
                <a:cubicBezTo>
                  <a:pt x="41412" y="234348"/>
                  <a:pt x="39984" y="227680"/>
                  <a:pt x="38460" y="221108"/>
                </a:cubicBezTo>
                <a:lnTo>
                  <a:pt x="33697" y="201486"/>
                </a:lnTo>
                <a:cubicBezTo>
                  <a:pt x="30554" y="188342"/>
                  <a:pt x="27696" y="175197"/>
                  <a:pt x="24744" y="162053"/>
                </a:cubicBezTo>
                <a:cubicBezTo>
                  <a:pt x="19314" y="135669"/>
                  <a:pt x="15219" y="109094"/>
                  <a:pt x="10075" y="82614"/>
                </a:cubicBezTo>
                <a:cubicBezTo>
                  <a:pt x="4932" y="56135"/>
                  <a:pt x="2741" y="29274"/>
                  <a:pt x="-21" y="2604"/>
                </a:cubicBezTo>
                <a:lnTo>
                  <a:pt x="9980" y="-158"/>
                </a:lnTo>
                <a:cubicBezTo>
                  <a:pt x="68680" y="202343"/>
                  <a:pt x="152551" y="396673"/>
                  <a:pt x="259630" y="578295"/>
                </a:cubicBezTo>
                <a:lnTo>
                  <a:pt x="280204" y="612014"/>
                </a:lnTo>
                <a:lnTo>
                  <a:pt x="290491" y="628873"/>
                </a:lnTo>
                <a:cubicBezTo>
                  <a:pt x="292206" y="631731"/>
                  <a:pt x="293825" y="634493"/>
                  <a:pt x="295635" y="637255"/>
                </a:cubicBezTo>
                <a:lnTo>
                  <a:pt x="300969" y="645542"/>
                </a:lnTo>
                <a:lnTo>
                  <a:pt x="322495" y="678499"/>
                </a:lnTo>
                <a:lnTo>
                  <a:pt x="333258" y="695072"/>
                </a:lnTo>
                <a:lnTo>
                  <a:pt x="338688" y="703263"/>
                </a:lnTo>
                <a:lnTo>
                  <a:pt x="344308" y="711359"/>
                </a:lnTo>
                <a:lnTo>
                  <a:pt x="366787" y="743745"/>
                </a:lnTo>
                <a:lnTo>
                  <a:pt x="378121" y="759937"/>
                </a:lnTo>
                <a:lnTo>
                  <a:pt x="383741" y="768033"/>
                </a:lnTo>
                <a:lnTo>
                  <a:pt x="389647" y="775939"/>
                </a:lnTo>
                <a:lnTo>
                  <a:pt x="413173" y="807658"/>
                </a:lnTo>
                <a:lnTo>
                  <a:pt x="424889" y="822517"/>
                </a:lnTo>
                <a:lnTo>
                  <a:pt x="430795" y="830422"/>
                </a:lnTo>
                <a:lnTo>
                  <a:pt x="436986" y="838137"/>
                </a:lnTo>
                <a:cubicBezTo>
                  <a:pt x="566302" y="1004435"/>
                  <a:pt x="715821" y="1153986"/>
                  <a:pt x="882089" y="1283336"/>
                </a:cubicBezTo>
                <a:lnTo>
                  <a:pt x="889900" y="1289527"/>
                </a:lnTo>
                <a:lnTo>
                  <a:pt x="897805" y="1295337"/>
                </a:lnTo>
                <a:lnTo>
                  <a:pt x="913617" y="1307149"/>
                </a:lnTo>
                <a:lnTo>
                  <a:pt x="945240" y="1330770"/>
                </a:lnTo>
                <a:lnTo>
                  <a:pt x="953146" y="1336581"/>
                </a:lnTo>
                <a:lnTo>
                  <a:pt x="961242" y="1342296"/>
                </a:lnTo>
                <a:lnTo>
                  <a:pt x="977434" y="1353535"/>
                </a:lnTo>
                <a:lnTo>
                  <a:pt x="1009724" y="1376205"/>
                </a:lnTo>
                <a:lnTo>
                  <a:pt x="1017820" y="1381824"/>
                </a:lnTo>
                <a:lnTo>
                  <a:pt x="1026107" y="1387254"/>
                </a:lnTo>
                <a:lnTo>
                  <a:pt x="1042585" y="1398017"/>
                </a:lnTo>
                <a:lnTo>
                  <a:pt x="1075542" y="1419448"/>
                </a:lnTo>
                <a:lnTo>
                  <a:pt x="1083828" y="1424877"/>
                </a:lnTo>
                <a:lnTo>
                  <a:pt x="1092211" y="1430021"/>
                </a:lnTo>
                <a:lnTo>
                  <a:pt x="1109165" y="1440308"/>
                </a:lnTo>
                <a:lnTo>
                  <a:pt x="1142884" y="1460787"/>
                </a:lnTo>
                <a:cubicBezTo>
                  <a:pt x="1324535" y="1567952"/>
                  <a:pt x="1518940" y="1651858"/>
                  <a:pt x="1721527" y="1710532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9C3CCE5-6BF8-31DD-419B-BEFF6DD88897}"/>
              </a:ext>
            </a:extLst>
          </p:cNvPr>
          <p:cNvSpPr/>
          <p:nvPr/>
        </p:nvSpPr>
        <p:spPr>
          <a:xfrm>
            <a:off x="4548739" y="2760697"/>
            <a:ext cx="1801261" cy="2713511"/>
          </a:xfrm>
          <a:custGeom>
            <a:avLst/>
            <a:gdLst>
              <a:gd name="csX0" fmla="*/ 1740958 w 1740979"/>
              <a:gd name="csY0" fmla="*/ 1200849 h 2622699"/>
              <a:gd name="csX1" fmla="*/ 316771 w 1740979"/>
              <a:gd name="csY1" fmla="*/ 2622541 h 2622699"/>
              <a:gd name="csX2" fmla="*/ -21 w 1740979"/>
              <a:gd name="csY2" fmla="*/ 2586546 h 2622699"/>
              <a:gd name="csX3" fmla="*/ 1080304 w 1740979"/>
              <a:gd name="csY3" fmla="*/ -158 h 2622699"/>
              <a:gd name="csX4" fmla="*/ 1740958 w 1740979"/>
              <a:gd name="csY4" fmla="*/ 1200849 h 2622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40979" h="2622699">
                <a:moveTo>
                  <a:pt x="1740958" y="1200849"/>
                </a:moveTo>
                <a:cubicBezTo>
                  <a:pt x="1740272" y="1986719"/>
                  <a:pt x="1102641" y="2623227"/>
                  <a:pt x="316771" y="2622541"/>
                </a:cubicBezTo>
                <a:cubicBezTo>
                  <a:pt x="210157" y="2622446"/>
                  <a:pt x="103897" y="2610378"/>
                  <a:pt x="-21" y="2586546"/>
                </a:cubicBezTo>
                <a:cubicBezTo>
                  <a:pt x="947326" y="2107420"/>
                  <a:pt x="1405478" y="1010435"/>
                  <a:pt x="1080304" y="-158"/>
                </a:cubicBezTo>
                <a:cubicBezTo>
                  <a:pt x="1491880" y="260427"/>
                  <a:pt x="1741225" y="713722"/>
                  <a:pt x="1740958" y="120084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54B9B03-010D-7D35-1AD9-2F4FEE3FC368}"/>
              </a:ext>
            </a:extLst>
          </p:cNvPr>
          <p:cNvSpPr/>
          <p:nvPr/>
        </p:nvSpPr>
        <p:spPr>
          <a:xfrm>
            <a:off x="1232970" y="1134751"/>
            <a:ext cx="4626242" cy="4626245"/>
          </a:xfrm>
          <a:custGeom>
            <a:avLst/>
            <a:gdLst>
              <a:gd name="csX0" fmla="*/ 2233707 w 4471417"/>
              <a:gd name="csY0" fmla="*/ 4471259 h 4471420"/>
              <a:gd name="csX1" fmla="*/ -20 w 4471417"/>
              <a:gd name="csY1" fmla="*/ 2233570 h 4471420"/>
              <a:gd name="csX2" fmla="*/ 2237669 w 4471417"/>
              <a:gd name="csY2" fmla="*/ -157 h 4471420"/>
              <a:gd name="csX3" fmla="*/ 4471396 w 4471417"/>
              <a:gd name="csY3" fmla="*/ 2237532 h 4471420"/>
              <a:gd name="csX4" fmla="*/ 3104768 w 4471417"/>
              <a:gd name="csY4" fmla="*/ 4295428 h 4471420"/>
              <a:gd name="csX5" fmla="*/ 2233707 w 4471417"/>
              <a:gd name="csY5" fmla="*/ 4471259 h 4471420"/>
              <a:gd name="csX6" fmla="*/ 2233707 w 4471417"/>
              <a:gd name="csY6" fmla="*/ 161577 h 4471420"/>
              <a:gd name="csX7" fmla="*/ 160971 w 4471417"/>
              <a:gd name="csY7" fmla="*/ 2233932 h 4471420"/>
              <a:gd name="csX8" fmla="*/ 2233707 w 4471417"/>
              <a:gd name="csY8" fmla="*/ 4306286 h 4471420"/>
              <a:gd name="csX9" fmla="*/ 4306347 w 4471417"/>
              <a:gd name="csY9" fmla="*/ 2233932 h 4471420"/>
              <a:gd name="csX10" fmla="*/ 2233707 w 4471417"/>
              <a:gd name="csY10" fmla="*/ 161577 h 4471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471417" h="4471420">
                <a:moveTo>
                  <a:pt x="2233707" y="4471259"/>
                </a:moveTo>
                <a:cubicBezTo>
                  <a:pt x="998962" y="4470164"/>
                  <a:pt x="-1114" y="3468314"/>
                  <a:pt x="-20" y="2233570"/>
                </a:cubicBezTo>
                <a:cubicBezTo>
                  <a:pt x="1072" y="998825"/>
                  <a:pt x="1002915" y="-1252"/>
                  <a:pt x="2237669" y="-157"/>
                </a:cubicBezTo>
                <a:cubicBezTo>
                  <a:pt x="3472414" y="938"/>
                  <a:pt x="4472491" y="1002787"/>
                  <a:pt x="4471396" y="2237532"/>
                </a:cubicBezTo>
                <a:cubicBezTo>
                  <a:pt x="4470596" y="3135740"/>
                  <a:pt x="3932338" y="3946269"/>
                  <a:pt x="3104768" y="4295428"/>
                </a:cubicBezTo>
                <a:cubicBezTo>
                  <a:pt x="2829200" y="4412032"/>
                  <a:pt x="2532934" y="4471831"/>
                  <a:pt x="2233707" y="4471259"/>
                </a:cubicBezTo>
                <a:close/>
                <a:moveTo>
                  <a:pt x="2233707" y="161577"/>
                </a:moveTo>
                <a:cubicBezTo>
                  <a:pt x="1090706" y="161577"/>
                  <a:pt x="160971" y="1091218"/>
                  <a:pt x="160971" y="2233932"/>
                </a:cubicBezTo>
                <a:cubicBezTo>
                  <a:pt x="160971" y="3376646"/>
                  <a:pt x="1090802" y="4306286"/>
                  <a:pt x="2233707" y="4306286"/>
                </a:cubicBezTo>
                <a:cubicBezTo>
                  <a:pt x="3376611" y="4306286"/>
                  <a:pt x="4306347" y="3376646"/>
                  <a:pt x="4306347" y="2233932"/>
                </a:cubicBezTo>
                <a:cubicBezTo>
                  <a:pt x="4306347" y="1091218"/>
                  <a:pt x="3376611" y="161577"/>
                  <a:pt x="2233707" y="161577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02B78CD-A7D2-903F-D593-CD681B147FFC}"/>
              </a:ext>
            </a:extLst>
          </p:cNvPr>
          <p:cNvGrpSpPr/>
          <p:nvPr/>
        </p:nvGrpSpPr>
        <p:grpSpPr>
          <a:xfrm>
            <a:off x="6870700" y="1353723"/>
            <a:ext cx="4626242" cy="3754549"/>
            <a:chOff x="6870700" y="1353723"/>
            <a:chExt cx="4626242" cy="3754549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64FEB7-D9DF-8B94-032B-E3E1664D0531}"/>
                </a:ext>
              </a:extLst>
            </p:cNvPr>
            <p:cNvSpPr txBox="1"/>
            <p:nvPr/>
          </p:nvSpPr>
          <p:spPr>
            <a:xfrm>
              <a:off x="6870700" y="1353723"/>
              <a:ext cx="462624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000" dirty="0"/>
                <a:t>Key Problems Identified</a:t>
              </a:r>
              <a:endParaRPr lang="en-I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79AF1C6-BE33-F931-C101-9D29170B4E35}"/>
                </a:ext>
              </a:extLst>
            </p:cNvPr>
            <p:cNvSpPr txBox="1"/>
            <p:nvPr/>
          </p:nvSpPr>
          <p:spPr>
            <a:xfrm>
              <a:off x="6870700" y="2861503"/>
              <a:ext cx="4626242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Rental inconsistency across months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Low-performing stores and regions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Excess inventory for low-demand films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Weak customer retention in some segments 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dirty="0"/>
                <a:t>Uneven staff performance </a:t>
              </a:r>
            </a:p>
          </p:txBody>
        </p:sp>
      </p:grpSp>
      <p:grpSp>
        <p:nvGrpSpPr>
          <p:cNvPr id="21" name="Group 5">
            <a:extLst>
              <a:ext uri="{FF2B5EF4-FFF2-40B4-BE49-F238E27FC236}">
                <a16:creationId xmlns:a16="http://schemas.microsoft.com/office/drawing/2014/main" id="{E1394146-B00E-570D-AD14-DFE10B76B25F}"/>
              </a:ext>
            </a:extLst>
          </p:cNvPr>
          <p:cNvGrpSpPr/>
          <p:nvPr/>
        </p:nvGrpSpPr>
        <p:grpSpPr>
          <a:xfrm>
            <a:off x="1348956" y="1286300"/>
            <a:ext cx="4347061" cy="4347061"/>
            <a:chOff x="0" y="0"/>
            <a:chExt cx="812800" cy="812800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403F418-E770-B3E5-9274-6A205DFF881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4931" r="-348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37811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FFDDF-B74D-5CB9-4759-870714E6B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256F99B-884B-8A58-9BCD-65841EE530FA}"/>
              </a:ext>
            </a:extLst>
          </p:cNvPr>
          <p:cNvSpPr/>
          <p:nvPr/>
        </p:nvSpPr>
        <p:spPr>
          <a:xfrm>
            <a:off x="1635461" y="1010582"/>
            <a:ext cx="396557" cy="396557"/>
          </a:xfrm>
          <a:custGeom>
            <a:avLst/>
            <a:gdLst>
              <a:gd name="csX0" fmla="*/ 383265 w 383286"/>
              <a:gd name="csY0" fmla="*/ 191390 h 383286"/>
              <a:gd name="csX1" fmla="*/ 191717 w 383286"/>
              <a:gd name="csY1" fmla="*/ 383128 h 383286"/>
              <a:gd name="csX2" fmla="*/ -21 w 383286"/>
              <a:gd name="csY2" fmla="*/ 191580 h 383286"/>
              <a:gd name="csX3" fmla="*/ 191527 w 383286"/>
              <a:gd name="csY3" fmla="*/ -158 h 383286"/>
              <a:gd name="csX4" fmla="*/ 191622 w 383286"/>
              <a:gd name="csY4" fmla="*/ -158 h 383286"/>
              <a:gd name="csX5" fmla="*/ 383265 w 383286"/>
              <a:gd name="csY5" fmla="*/ 191390 h 383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83286" h="383286">
                <a:moveTo>
                  <a:pt x="383265" y="191390"/>
                </a:moveTo>
                <a:cubicBezTo>
                  <a:pt x="383322" y="297232"/>
                  <a:pt x="297559" y="383071"/>
                  <a:pt x="191717" y="383128"/>
                </a:cubicBezTo>
                <a:cubicBezTo>
                  <a:pt x="85875" y="383185"/>
                  <a:pt x="31" y="297422"/>
                  <a:pt x="-21" y="191580"/>
                </a:cubicBezTo>
                <a:cubicBezTo>
                  <a:pt x="-74" y="85739"/>
                  <a:pt x="85685" y="-101"/>
                  <a:pt x="191527" y="-158"/>
                </a:cubicBezTo>
                <a:cubicBezTo>
                  <a:pt x="191555" y="-158"/>
                  <a:pt x="191593" y="-158"/>
                  <a:pt x="191622" y="-158"/>
                </a:cubicBezTo>
                <a:cubicBezTo>
                  <a:pt x="297426" y="-158"/>
                  <a:pt x="383208" y="85586"/>
                  <a:pt x="383265" y="19139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49EEA57-A6C9-3757-88E4-D9D328656FED}"/>
              </a:ext>
            </a:extLst>
          </p:cNvPr>
          <p:cNvSpPr/>
          <p:nvPr/>
        </p:nvSpPr>
        <p:spPr>
          <a:xfrm>
            <a:off x="4621960" y="5620661"/>
            <a:ext cx="396557" cy="396557"/>
          </a:xfrm>
          <a:custGeom>
            <a:avLst/>
            <a:gdLst>
              <a:gd name="csX0" fmla="*/ 383265 w 383286"/>
              <a:gd name="csY0" fmla="*/ 191200 h 383286"/>
              <a:gd name="csX1" fmla="*/ 191908 w 383286"/>
              <a:gd name="csY1" fmla="*/ 383128 h 383286"/>
              <a:gd name="csX2" fmla="*/ -21 w 383286"/>
              <a:gd name="csY2" fmla="*/ 191771 h 383286"/>
              <a:gd name="csX3" fmla="*/ 191336 w 383286"/>
              <a:gd name="csY3" fmla="*/ -158 h 383286"/>
              <a:gd name="csX4" fmla="*/ 191622 w 383286"/>
              <a:gd name="csY4" fmla="*/ -158 h 383286"/>
              <a:gd name="csX5" fmla="*/ 383265 w 383286"/>
              <a:gd name="csY5" fmla="*/ 191390 h 383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83286" h="383286">
                <a:moveTo>
                  <a:pt x="383265" y="191200"/>
                </a:moveTo>
                <a:cubicBezTo>
                  <a:pt x="383427" y="297041"/>
                  <a:pt x="297750" y="382966"/>
                  <a:pt x="191908" y="383128"/>
                </a:cubicBezTo>
                <a:cubicBezTo>
                  <a:pt x="86066" y="383290"/>
                  <a:pt x="141" y="297613"/>
                  <a:pt x="-21" y="191771"/>
                </a:cubicBezTo>
                <a:cubicBezTo>
                  <a:pt x="-173" y="85929"/>
                  <a:pt x="85495" y="4"/>
                  <a:pt x="191336" y="-158"/>
                </a:cubicBezTo>
                <a:cubicBezTo>
                  <a:pt x="191431" y="-158"/>
                  <a:pt x="191527" y="-158"/>
                  <a:pt x="191622" y="-158"/>
                </a:cubicBezTo>
                <a:cubicBezTo>
                  <a:pt x="297426" y="-158"/>
                  <a:pt x="383208" y="85586"/>
                  <a:pt x="383265" y="19139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2E11D19-FE1F-7313-04EE-9F0E9D851BC0}"/>
              </a:ext>
            </a:extLst>
          </p:cNvPr>
          <p:cNvSpPr/>
          <p:nvPr/>
        </p:nvSpPr>
        <p:spPr>
          <a:xfrm>
            <a:off x="1323556" y="934306"/>
            <a:ext cx="187044" cy="187044"/>
          </a:xfrm>
          <a:custGeom>
            <a:avLst/>
            <a:gdLst>
              <a:gd name="csX0" fmla="*/ 180763 w 180784"/>
              <a:gd name="csY0" fmla="*/ 90139 h 180784"/>
              <a:gd name="csX1" fmla="*/ 90466 w 180784"/>
              <a:gd name="csY1" fmla="*/ 180626 h 180784"/>
              <a:gd name="csX2" fmla="*/ -21 w 180784"/>
              <a:gd name="csY2" fmla="*/ 90330 h 180784"/>
              <a:gd name="csX3" fmla="*/ 90276 w 180784"/>
              <a:gd name="csY3" fmla="*/ -158 h 180784"/>
              <a:gd name="csX4" fmla="*/ 90466 w 180784"/>
              <a:gd name="csY4" fmla="*/ -158 h 180784"/>
              <a:gd name="csX5" fmla="*/ 180763 w 180784"/>
              <a:gd name="csY5" fmla="*/ 90139 h 180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80784" h="180784">
                <a:moveTo>
                  <a:pt x="180763" y="90139"/>
                </a:moveTo>
                <a:cubicBezTo>
                  <a:pt x="180816" y="140059"/>
                  <a:pt x="140389" y="180569"/>
                  <a:pt x="90466" y="180626"/>
                </a:cubicBezTo>
                <a:cubicBezTo>
                  <a:pt x="40544" y="180684"/>
                  <a:pt x="31" y="140250"/>
                  <a:pt x="-21" y="90330"/>
                </a:cubicBezTo>
                <a:cubicBezTo>
                  <a:pt x="-74" y="40409"/>
                  <a:pt x="40353" y="-101"/>
                  <a:pt x="90276" y="-158"/>
                </a:cubicBezTo>
                <a:cubicBezTo>
                  <a:pt x="90340" y="-158"/>
                  <a:pt x="90402" y="-158"/>
                  <a:pt x="90466" y="-158"/>
                </a:cubicBezTo>
                <a:cubicBezTo>
                  <a:pt x="140314" y="-101"/>
                  <a:pt x="180711" y="40295"/>
                  <a:pt x="180763" y="9013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A760C77-C05D-15F8-2A8F-DF647A0A84F2}"/>
              </a:ext>
            </a:extLst>
          </p:cNvPr>
          <p:cNvSpPr/>
          <p:nvPr/>
        </p:nvSpPr>
        <p:spPr>
          <a:xfrm>
            <a:off x="904825" y="3635114"/>
            <a:ext cx="186846" cy="186847"/>
          </a:xfrm>
          <a:custGeom>
            <a:avLst/>
            <a:gdLst>
              <a:gd name="csX0" fmla="*/ 180573 w 180593"/>
              <a:gd name="csY0" fmla="*/ 90139 h 180594"/>
              <a:gd name="csX1" fmla="*/ 90276 w 180593"/>
              <a:gd name="csY1" fmla="*/ 180436 h 180594"/>
              <a:gd name="csX2" fmla="*/ -21 w 180593"/>
              <a:gd name="csY2" fmla="*/ 90139 h 180594"/>
              <a:gd name="csX3" fmla="*/ 90276 w 180593"/>
              <a:gd name="csY3" fmla="*/ -158 h 180594"/>
              <a:gd name="csX4" fmla="*/ 180573 w 180593"/>
              <a:gd name="csY4" fmla="*/ 89949 h 180594"/>
              <a:gd name="csX5" fmla="*/ 180573 w 180593"/>
              <a:gd name="csY5" fmla="*/ 90139 h 180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80593" h="180594">
                <a:moveTo>
                  <a:pt x="180573" y="90139"/>
                </a:moveTo>
                <a:cubicBezTo>
                  <a:pt x="180573" y="140012"/>
                  <a:pt x="140146" y="180436"/>
                  <a:pt x="90276" y="180436"/>
                </a:cubicBezTo>
                <a:cubicBezTo>
                  <a:pt x="40406" y="180436"/>
                  <a:pt x="-21" y="140012"/>
                  <a:pt x="-21" y="90139"/>
                </a:cubicBezTo>
                <a:cubicBezTo>
                  <a:pt x="-21" y="40266"/>
                  <a:pt x="40406" y="-158"/>
                  <a:pt x="90276" y="-158"/>
                </a:cubicBezTo>
                <a:cubicBezTo>
                  <a:pt x="140092" y="-215"/>
                  <a:pt x="180520" y="40133"/>
                  <a:pt x="180573" y="89949"/>
                </a:cubicBezTo>
                <a:cubicBezTo>
                  <a:pt x="180573" y="90015"/>
                  <a:pt x="180573" y="90073"/>
                  <a:pt x="180573" y="90139"/>
                </a:cubicBezTo>
                <a:close/>
              </a:path>
            </a:pathLst>
          </a:custGeom>
          <a:solidFill>
            <a:srgbClr val="3460AA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E87A5A4-7E8B-25D2-9077-4C855E828948}"/>
              </a:ext>
            </a:extLst>
          </p:cNvPr>
          <p:cNvSpPr/>
          <p:nvPr/>
        </p:nvSpPr>
        <p:spPr>
          <a:xfrm>
            <a:off x="3883146" y="840783"/>
            <a:ext cx="186847" cy="186846"/>
          </a:xfrm>
          <a:custGeom>
            <a:avLst/>
            <a:gdLst>
              <a:gd name="csX0" fmla="*/ 180573 w 180594"/>
              <a:gd name="csY0" fmla="*/ 90139 h 180593"/>
              <a:gd name="csX1" fmla="*/ 90276 w 180594"/>
              <a:gd name="csY1" fmla="*/ 180436 h 180593"/>
              <a:gd name="csX2" fmla="*/ -21 w 180594"/>
              <a:gd name="csY2" fmla="*/ 90139 h 180593"/>
              <a:gd name="csX3" fmla="*/ 90276 w 180594"/>
              <a:gd name="csY3" fmla="*/ -158 h 180593"/>
              <a:gd name="csX4" fmla="*/ 180573 w 180594"/>
              <a:gd name="csY4" fmla="*/ 89949 h 180593"/>
              <a:gd name="csX5" fmla="*/ 180573 w 180594"/>
              <a:gd name="csY5" fmla="*/ 90139 h 1805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80594" h="180593">
                <a:moveTo>
                  <a:pt x="180573" y="90139"/>
                </a:moveTo>
                <a:cubicBezTo>
                  <a:pt x="180573" y="140012"/>
                  <a:pt x="140149" y="180436"/>
                  <a:pt x="90276" y="180436"/>
                </a:cubicBezTo>
                <a:cubicBezTo>
                  <a:pt x="40403" y="180436"/>
                  <a:pt x="-21" y="140012"/>
                  <a:pt x="-21" y="90139"/>
                </a:cubicBezTo>
                <a:cubicBezTo>
                  <a:pt x="-21" y="40266"/>
                  <a:pt x="40403" y="-158"/>
                  <a:pt x="90276" y="-158"/>
                </a:cubicBezTo>
                <a:cubicBezTo>
                  <a:pt x="140092" y="-215"/>
                  <a:pt x="180516" y="40133"/>
                  <a:pt x="180573" y="89949"/>
                </a:cubicBezTo>
                <a:cubicBezTo>
                  <a:pt x="180573" y="90015"/>
                  <a:pt x="180573" y="90072"/>
                  <a:pt x="180573" y="9013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0A3A016-35BA-6772-31DA-7DF76BC93918}"/>
              </a:ext>
            </a:extLst>
          </p:cNvPr>
          <p:cNvSpPr/>
          <p:nvPr/>
        </p:nvSpPr>
        <p:spPr>
          <a:xfrm>
            <a:off x="4273888" y="5785729"/>
            <a:ext cx="186846" cy="186847"/>
          </a:xfrm>
          <a:custGeom>
            <a:avLst/>
            <a:gdLst>
              <a:gd name="csX0" fmla="*/ 180573 w 180593"/>
              <a:gd name="csY0" fmla="*/ 90139 h 180594"/>
              <a:gd name="csX1" fmla="*/ 90276 w 180593"/>
              <a:gd name="csY1" fmla="*/ 180436 h 180594"/>
              <a:gd name="csX2" fmla="*/ -21 w 180593"/>
              <a:gd name="csY2" fmla="*/ 90139 h 180594"/>
              <a:gd name="csX3" fmla="*/ 90276 w 180593"/>
              <a:gd name="csY3" fmla="*/ -158 h 180594"/>
              <a:gd name="csX4" fmla="*/ 180573 w 180593"/>
              <a:gd name="csY4" fmla="*/ 90139 h 180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0593" h="180594">
                <a:moveTo>
                  <a:pt x="180573" y="90139"/>
                </a:moveTo>
                <a:cubicBezTo>
                  <a:pt x="180573" y="140012"/>
                  <a:pt x="140149" y="180436"/>
                  <a:pt x="90276" y="180436"/>
                </a:cubicBezTo>
                <a:cubicBezTo>
                  <a:pt x="40403" y="180436"/>
                  <a:pt x="-21" y="140012"/>
                  <a:pt x="-21" y="90139"/>
                </a:cubicBezTo>
                <a:cubicBezTo>
                  <a:pt x="-21" y="40266"/>
                  <a:pt x="40403" y="-158"/>
                  <a:pt x="90276" y="-158"/>
                </a:cubicBezTo>
                <a:cubicBezTo>
                  <a:pt x="140120" y="-110"/>
                  <a:pt x="180515" y="40295"/>
                  <a:pt x="180573" y="9013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CE7766-95F8-CECB-EA14-3A63E79C7E5E}"/>
              </a:ext>
            </a:extLst>
          </p:cNvPr>
          <p:cNvSpPr/>
          <p:nvPr/>
        </p:nvSpPr>
        <p:spPr>
          <a:xfrm>
            <a:off x="893887" y="1284545"/>
            <a:ext cx="725905" cy="725905"/>
          </a:xfrm>
          <a:custGeom>
            <a:avLst/>
            <a:gdLst>
              <a:gd name="csX0" fmla="*/ 701590 w 701611"/>
              <a:gd name="csY0" fmla="*/ 350172 h 701611"/>
              <a:gd name="csX1" fmla="*/ 351260 w 701611"/>
              <a:gd name="csY1" fmla="*/ 701454 h 701611"/>
              <a:gd name="csX2" fmla="*/ -21 w 701611"/>
              <a:gd name="csY2" fmla="*/ 351124 h 701611"/>
              <a:gd name="csX3" fmla="*/ 350308 w 701611"/>
              <a:gd name="csY3" fmla="*/ -158 h 701611"/>
              <a:gd name="csX4" fmla="*/ 350784 w 701611"/>
              <a:gd name="csY4" fmla="*/ -158 h 701611"/>
              <a:gd name="csX5" fmla="*/ 701590 w 701611"/>
              <a:gd name="csY5" fmla="*/ 350648 h 7016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01611" h="701611">
                <a:moveTo>
                  <a:pt x="701590" y="350172"/>
                </a:moveTo>
                <a:cubicBezTo>
                  <a:pt x="701853" y="543920"/>
                  <a:pt x="545005" y="701187"/>
                  <a:pt x="351260" y="701454"/>
                </a:cubicBezTo>
                <a:cubicBezTo>
                  <a:pt x="157516" y="701720"/>
                  <a:pt x="242" y="544872"/>
                  <a:pt x="-21" y="351124"/>
                </a:cubicBezTo>
                <a:cubicBezTo>
                  <a:pt x="-284" y="157376"/>
                  <a:pt x="156563" y="109"/>
                  <a:pt x="350308" y="-158"/>
                </a:cubicBezTo>
                <a:cubicBezTo>
                  <a:pt x="350467" y="-158"/>
                  <a:pt x="350625" y="-158"/>
                  <a:pt x="350784" y="-158"/>
                </a:cubicBezTo>
                <a:cubicBezTo>
                  <a:pt x="544528" y="-158"/>
                  <a:pt x="701590" y="156900"/>
                  <a:pt x="701590" y="35064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2BFC57A-5B36-0925-E2B1-FDAC1634D590}"/>
              </a:ext>
            </a:extLst>
          </p:cNvPr>
          <p:cNvSpPr/>
          <p:nvPr/>
        </p:nvSpPr>
        <p:spPr>
          <a:xfrm>
            <a:off x="4234371" y="975104"/>
            <a:ext cx="1780763" cy="1780566"/>
          </a:xfrm>
          <a:custGeom>
            <a:avLst/>
            <a:gdLst>
              <a:gd name="csX0" fmla="*/ 2360 w 1721167"/>
              <a:gd name="csY0" fmla="*/ -158 h 1720976"/>
              <a:gd name="csX1" fmla="*/ 82465 w 1721167"/>
              <a:gd name="csY1" fmla="*/ 9367 h 1720976"/>
              <a:gd name="csX2" fmla="*/ 161904 w 1721167"/>
              <a:gd name="csY2" fmla="*/ 24035 h 1720976"/>
              <a:gd name="csX3" fmla="*/ 201337 w 1721167"/>
              <a:gd name="csY3" fmla="*/ 32989 h 1720976"/>
              <a:gd name="csX4" fmla="*/ 221054 w 1721167"/>
              <a:gd name="csY4" fmla="*/ 37656 h 1720976"/>
              <a:gd name="csX5" fmla="*/ 240675 w 1721167"/>
              <a:gd name="csY5" fmla="*/ 42514 h 1720976"/>
              <a:gd name="csX6" fmla="*/ 279728 w 1721167"/>
              <a:gd name="csY6" fmla="*/ 53372 h 1720976"/>
              <a:gd name="csX7" fmla="*/ 299254 w 1721167"/>
              <a:gd name="csY7" fmla="*/ 58897 h 1720976"/>
              <a:gd name="csX8" fmla="*/ 318780 w 1721167"/>
              <a:gd name="csY8" fmla="*/ 64707 h 1720976"/>
              <a:gd name="csX9" fmla="*/ 620342 w 1721167"/>
              <a:gd name="csY9" fmla="*/ 187389 h 1720976"/>
              <a:gd name="csX10" fmla="*/ 899424 w 1721167"/>
              <a:gd name="csY10" fmla="*/ 358839 h 1720976"/>
              <a:gd name="csX11" fmla="*/ 1362054 w 1721167"/>
              <a:gd name="csY11" fmla="*/ 821659 h 1720976"/>
              <a:gd name="csX12" fmla="*/ 1409107 w 1721167"/>
              <a:gd name="csY12" fmla="*/ 888906 h 1720976"/>
              <a:gd name="csX13" fmla="*/ 1414917 w 1721167"/>
              <a:gd name="csY13" fmla="*/ 897288 h 1720976"/>
              <a:gd name="csX14" fmla="*/ 1420537 w 1721167"/>
              <a:gd name="csY14" fmla="*/ 905955 h 1720976"/>
              <a:gd name="csX15" fmla="*/ 1431491 w 1721167"/>
              <a:gd name="csY15" fmla="*/ 923196 h 1720976"/>
              <a:gd name="csX16" fmla="*/ 1453494 w 1721167"/>
              <a:gd name="csY16" fmla="*/ 957866 h 1720976"/>
              <a:gd name="csX17" fmla="*/ 1458923 w 1721167"/>
              <a:gd name="csY17" fmla="*/ 966439 h 1720976"/>
              <a:gd name="csX18" fmla="*/ 1464162 w 1721167"/>
              <a:gd name="csY18" fmla="*/ 975297 h 1720976"/>
              <a:gd name="csX19" fmla="*/ 1474449 w 1721167"/>
              <a:gd name="csY19" fmla="*/ 993014 h 1720976"/>
              <a:gd name="csX20" fmla="*/ 1494928 w 1721167"/>
              <a:gd name="csY20" fmla="*/ 1028447 h 1720976"/>
              <a:gd name="csX21" fmla="*/ 1499976 w 1721167"/>
              <a:gd name="csY21" fmla="*/ 1037400 h 1720976"/>
              <a:gd name="csX22" fmla="*/ 1504833 w 1721167"/>
              <a:gd name="csY22" fmla="*/ 1046449 h 1720976"/>
              <a:gd name="csX23" fmla="*/ 1514358 w 1721167"/>
              <a:gd name="csY23" fmla="*/ 1064451 h 1720976"/>
              <a:gd name="csX24" fmla="*/ 1533408 w 1721167"/>
              <a:gd name="csY24" fmla="*/ 1100646 h 1720976"/>
              <a:gd name="csX25" fmla="*/ 1656090 w 1721167"/>
              <a:gd name="csY25" fmla="*/ 1402208 h 1720976"/>
              <a:gd name="csX26" fmla="*/ 1661901 w 1721167"/>
              <a:gd name="csY26" fmla="*/ 1421258 h 1720976"/>
              <a:gd name="csX27" fmla="*/ 1667425 w 1721167"/>
              <a:gd name="csY27" fmla="*/ 1440784 h 1720976"/>
              <a:gd name="csX28" fmla="*/ 1678379 w 1721167"/>
              <a:gd name="csY28" fmla="*/ 1479837 h 1720976"/>
              <a:gd name="csX29" fmla="*/ 1683237 w 1721167"/>
              <a:gd name="csY29" fmla="*/ 1499458 h 1720976"/>
              <a:gd name="csX30" fmla="*/ 1687904 w 1721167"/>
              <a:gd name="csY30" fmla="*/ 1519175 h 1720976"/>
              <a:gd name="csX31" fmla="*/ 1696858 w 1721167"/>
              <a:gd name="csY31" fmla="*/ 1558608 h 1720976"/>
              <a:gd name="csX32" fmla="*/ 1711621 w 1721167"/>
              <a:gd name="csY32" fmla="*/ 1637951 h 1720976"/>
              <a:gd name="csX33" fmla="*/ 1721146 w 1721167"/>
              <a:gd name="csY33" fmla="*/ 1718057 h 1720976"/>
              <a:gd name="csX34" fmla="*/ 1711621 w 1721167"/>
              <a:gd name="csY34" fmla="*/ 1720819 h 1720976"/>
              <a:gd name="csX35" fmla="*/ 1461876 w 1721167"/>
              <a:gd name="csY35" fmla="*/ 1142175 h 1720976"/>
              <a:gd name="csX36" fmla="*/ 1441397 w 1721167"/>
              <a:gd name="csY36" fmla="*/ 1108457 h 1720976"/>
              <a:gd name="csX37" fmla="*/ 1431015 w 1721167"/>
              <a:gd name="csY37" fmla="*/ 1091598 h 1720976"/>
              <a:gd name="csX38" fmla="*/ 1425871 w 1721167"/>
              <a:gd name="csY38" fmla="*/ 1083215 h 1720976"/>
              <a:gd name="csX39" fmla="*/ 1420537 w 1721167"/>
              <a:gd name="csY39" fmla="*/ 1074929 h 1720976"/>
              <a:gd name="csX40" fmla="*/ 1399011 w 1721167"/>
              <a:gd name="csY40" fmla="*/ 1041877 h 1720976"/>
              <a:gd name="csX41" fmla="*/ 1388248 w 1721167"/>
              <a:gd name="csY41" fmla="*/ 1026065 h 1720976"/>
              <a:gd name="csX42" fmla="*/ 1382914 w 1721167"/>
              <a:gd name="csY42" fmla="*/ 1017779 h 1720976"/>
              <a:gd name="csX43" fmla="*/ 1377198 w 1721167"/>
              <a:gd name="csY43" fmla="*/ 1009682 h 1720976"/>
              <a:gd name="csX44" fmla="*/ 1354720 w 1721167"/>
              <a:gd name="csY44" fmla="*/ 977298 h 1720976"/>
              <a:gd name="csX45" fmla="*/ 1343480 w 1721167"/>
              <a:gd name="csY45" fmla="*/ 961105 h 1720976"/>
              <a:gd name="csX46" fmla="*/ 1337765 w 1721167"/>
              <a:gd name="csY46" fmla="*/ 953009 h 1720976"/>
              <a:gd name="csX47" fmla="*/ 1331955 w 1721167"/>
              <a:gd name="csY47" fmla="*/ 945103 h 1720976"/>
              <a:gd name="csX48" fmla="*/ 1308333 w 1721167"/>
              <a:gd name="csY48" fmla="*/ 913480 h 1720976"/>
              <a:gd name="csX49" fmla="*/ 1296522 w 1721167"/>
              <a:gd name="csY49" fmla="*/ 897668 h 1720976"/>
              <a:gd name="csX50" fmla="*/ 1290616 w 1721167"/>
              <a:gd name="csY50" fmla="*/ 889763 h 1720976"/>
              <a:gd name="csX51" fmla="*/ 1284425 w 1721167"/>
              <a:gd name="csY51" fmla="*/ 882048 h 1720976"/>
              <a:gd name="csX52" fmla="*/ 839417 w 1721167"/>
              <a:gd name="csY52" fmla="*/ 436754 h 1720976"/>
              <a:gd name="csX53" fmla="*/ 831606 w 1721167"/>
              <a:gd name="csY53" fmla="*/ 430563 h 1720976"/>
              <a:gd name="csX54" fmla="*/ 823701 w 1721167"/>
              <a:gd name="csY54" fmla="*/ 424657 h 1720976"/>
              <a:gd name="csX55" fmla="*/ 807889 w 1721167"/>
              <a:gd name="csY55" fmla="*/ 413227 h 1720976"/>
              <a:gd name="csX56" fmla="*/ 776266 w 1721167"/>
              <a:gd name="csY56" fmla="*/ 389605 h 1720976"/>
              <a:gd name="csX57" fmla="*/ 768361 w 1721167"/>
              <a:gd name="csY57" fmla="*/ 383699 h 1720976"/>
              <a:gd name="csX58" fmla="*/ 760264 w 1721167"/>
              <a:gd name="csY58" fmla="*/ 378080 h 1720976"/>
              <a:gd name="csX59" fmla="*/ 744072 w 1721167"/>
              <a:gd name="csY59" fmla="*/ 366840 h 1720976"/>
              <a:gd name="csX60" fmla="*/ 711973 w 1721167"/>
              <a:gd name="csY60" fmla="*/ 344076 h 1720976"/>
              <a:gd name="csX61" fmla="*/ 703876 w 1721167"/>
              <a:gd name="csY61" fmla="*/ 338456 h 1720976"/>
              <a:gd name="csX62" fmla="*/ 695589 w 1721167"/>
              <a:gd name="csY62" fmla="*/ 333027 h 1720976"/>
              <a:gd name="csX63" fmla="*/ 679111 w 1721167"/>
              <a:gd name="csY63" fmla="*/ 322359 h 1720976"/>
              <a:gd name="csX64" fmla="*/ 645298 w 1721167"/>
              <a:gd name="csY64" fmla="*/ 300832 h 1720976"/>
              <a:gd name="csX65" fmla="*/ 637106 w 1721167"/>
              <a:gd name="csY65" fmla="*/ 295403 h 1720976"/>
              <a:gd name="csX66" fmla="*/ 628629 w 1721167"/>
              <a:gd name="csY66" fmla="*/ 290259 h 1720976"/>
              <a:gd name="csX67" fmla="*/ 611960 w 1721167"/>
              <a:gd name="csY67" fmla="*/ 279877 h 1720976"/>
              <a:gd name="csX68" fmla="*/ 578623 w 1721167"/>
              <a:gd name="csY68" fmla="*/ 259493 h 1720976"/>
              <a:gd name="csX69" fmla="*/ -21 w 1721167"/>
              <a:gd name="csY69" fmla="*/ 9748 h 1720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</a:cxnLst>
            <a:rect l="l" t="t" r="r" b="b"/>
            <a:pathLst>
              <a:path w="1721167" h="1720976">
                <a:moveTo>
                  <a:pt x="2360" y="-158"/>
                </a:moveTo>
                <a:cubicBezTo>
                  <a:pt x="29221" y="2509"/>
                  <a:pt x="55700" y="6033"/>
                  <a:pt x="82465" y="9367"/>
                </a:cubicBezTo>
                <a:cubicBezTo>
                  <a:pt x="109230" y="12701"/>
                  <a:pt x="135520" y="18892"/>
                  <a:pt x="161904" y="24035"/>
                </a:cubicBezTo>
                <a:cubicBezTo>
                  <a:pt x="175048" y="26988"/>
                  <a:pt x="188193" y="29846"/>
                  <a:pt x="201337" y="32989"/>
                </a:cubicBezTo>
                <a:lnTo>
                  <a:pt x="221054" y="37656"/>
                </a:lnTo>
                <a:cubicBezTo>
                  <a:pt x="227626" y="39276"/>
                  <a:pt x="234198" y="40704"/>
                  <a:pt x="240675" y="42514"/>
                </a:cubicBezTo>
                <a:cubicBezTo>
                  <a:pt x="253725" y="45943"/>
                  <a:pt x="266679" y="49753"/>
                  <a:pt x="279728" y="53372"/>
                </a:cubicBezTo>
                <a:lnTo>
                  <a:pt x="299254" y="58897"/>
                </a:lnTo>
                <a:cubicBezTo>
                  <a:pt x="305731" y="60802"/>
                  <a:pt x="312304" y="62612"/>
                  <a:pt x="318780" y="64707"/>
                </a:cubicBezTo>
                <a:cubicBezTo>
                  <a:pt x="422593" y="96997"/>
                  <a:pt x="523473" y="138040"/>
                  <a:pt x="620342" y="187389"/>
                </a:cubicBezTo>
                <a:cubicBezTo>
                  <a:pt x="717859" y="236881"/>
                  <a:pt x="811194" y="294222"/>
                  <a:pt x="899424" y="358839"/>
                </a:cubicBezTo>
                <a:cubicBezTo>
                  <a:pt x="1076618" y="488293"/>
                  <a:pt x="1232676" y="644418"/>
                  <a:pt x="1362054" y="821659"/>
                </a:cubicBezTo>
                <a:cubicBezTo>
                  <a:pt x="1378246" y="843662"/>
                  <a:pt x="1393582" y="866426"/>
                  <a:pt x="1409107" y="888906"/>
                </a:cubicBezTo>
                <a:lnTo>
                  <a:pt x="1414917" y="897288"/>
                </a:lnTo>
                <a:lnTo>
                  <a:pt x="1420537" y="905955"/>
                </a:lnTo>
                <a:lnTo>
                  <a:pt x="1431491" y="923196"/>
                </a:lnTo>
                <a:lnTo>
                  <a:pt x="1453494" y="957866"/>
                </a:lnTo>
                <a:lnTo>
                  <a:pt x="1458923" y="966439"/>
                </a:lnTo>
                <a:lnTo>
                  <a:pt x="1464162" y="975297"/>
                </a:lnTo>
                <a:lnTo>
                  <a:pt x="1474449" y="993014"/>
                </a:lnTo>
                <a:cubicBezTo>
                  <a:pt x="1481307" y="1004825"/>
                  <a:pt x="1488260" y="1016636"/>
                  <a:pt x="1494928" y="1028447"/>
                </a:cubicBezTo>
                <a:lnTo>
                  <a:pt x="1499976" y="1037400"/>
                </a:lnTo>
                <a:lnTo>
                  <a:pt x="1504833" y="1046449"/>
                </a:lnTo>
                <a:lnTo>
                  <a:pt x="1514358" y="1064451"/>
                </a:lnTo>
                <a:lnTo>
                  <a:pt x="1533408" y="1100646"/>
                </a:lnTo>
                <a:cubicBezTo>
                  <a:pt x="1582758" y="1197515"/>
                  <a:pt x="1623801" y="1298395"/>
                  <a:pt x="1656090" y="1402208"/>
                </a:cubicBezTo>
                <a:cubicBezTo>
                  <a:pt x="1658186" y="1408590"/>
                  <a:pt x="1659996" y="1415162"/>
                  <a:pt x="1661901" y="1421258"/>
                </a:cubicBezTo>
                <a:lnTo>
                  <a:pt x="1667425" y="1440784"/>
                </a:lnTo>
                <a:cubicBezTo>
                  <a:pt x="1671140" y="1453833"/>
                  <a:pt x="1674855" y="1466787"/>
                  <a:pt x="1678379" y="1479837"/>
                </a:cubicBezTo>
                <a:cubicBezTo>
                  <a:pt x="1680189" y="1486314"/>
                  <a:pt x="1681617" y="1492886"/>
                  <a:pt x="1683237" y="1499458"/>
                </a:cubicBezTo>
                <a:lnTo>
                  <a:pt x="1687904" y="1519175"/>
                </a:lnTo>
                <a:cubicBezTo>
                  <a:pt x="1691047" y="1532224"/>
                  <a:pt x="1693905" y="1545464"/>
                  <a:pt x="1696858" y="1558608"/>
                </a:cubicBezTo>
                <a:cubicBezTo>
                  <a:pt x="1702287" y="1584992"/>
                  <a:pt x="1706859" y="1611567"/>
                  <a:pt x="1711621" y="1637951"/>
                </a:cubicBezTo>
                <a:cubicBezTo>
                  <a:pt x="1716384" y="1664336"/>
                  <a:pt x="1718860" y="1691291"/>
                  <a:pt x="1721146" y="1718057"/>
                </a:cubicBezTo>
                <a:lnTo>
                  <a:pt x="1711621" y="1720819"/>
                </a:lnTo>
                <a:cubicBezTo>
                  <a:pt x="1652928" y="1518241"/>
                  <a:pt x="1569023" y="1323836"/>
                  <a:pt x="1461876" y="1142175"/>
                </a:cubicBezTo>
                <a:lnTo>
                  <a:pt x="1441397" y="1108457"/>
                </a:lnTo>
                <a:lnTo>
                  <a:pt x="1431015" y="1091598"/>
                </a:lnTo>
                <a:cubicBezTo>
                  <a:pt x="1429300" y="1088835"/>
                  <a:pt x="1427681" y="1085978"/>
                  <a:pt x="1425871" y="1083215"/>
                </a:cubicBezTo>
                <a:lnTo>
                  <a:pt x="1420537" y="1074929"/>
                </a:lnTo>
                <a:lnTo>
                  <a:pt x="1399011" y="1041877"/>
                </a:lnTo>
                <a:lnTo>
                  <a:pt x="1388248" y="1026065"/>
                </a:lnTo>
                <a:lnTo>
                  <a:pt x="1382914" y="1017779"/>
                </a:lnTo>
                <a:lnTo>
                  <a:pt x="1377198" y="1009682"/>
                </a:lnTo>
                <a:lnTo>
                  <a:pt x="1354720" y="977298"/>
                </a:lnTo>
                <a:lnTo>
                  <a:pt x="1343480" y="961105"/>
                </a:lnTo>
                <a:lnTo>
                  <a:pt x="1337765" y="953009"/>
                </a:lnTo>
                <a:lnTo>
                  <a:pt x="1331955" y="945103"/>
                </a:lnTo>
                <a:lnTo>
                  <a:pt x="1308333" y="913480"/>
                </a:lnTo>
                <a:lnTo>
                  <a:pt x="1296522" y="897668"/>
                </a:lnTo>
                <a:lnTo>
                  <a:pt x="1290616" y="889763"/>
                </a:lnTo>
                <a:cubicBezTo>
                  <a:pt x="1288616" y="887096"/>
                  <a:pt x="1286521" y="884619"/>
                  <a:pt x="1284425" y="882048"/>
                </a:cubicBezTo>
                <a:cubicBezTo>
                  <a:pt x="1155152" y="715722"/>
                  <a:pt x="1005666" y="566141"/>
                  <a:pt x="839417" y="436754"/>
                </a:cubicBezTo>
                <a:lnTo>
                  <a:pt x="831606" y="430563"/>
                </a:lnTo>
                <a:lnTo>
                  <a:pt x="823701" y="424657"/>
                </a:lnTo>
                <a:lnTo>
                  <a:pt x="807889" y="413227"/>
                </a:lnTo>
                <a:lnTo>
                  <a:pt x="776266" y="389605"/>
                </a:lnTo>
                <a:lnTo>
                  <a:pt x="768361" y="383699"/>
                </a:lnTo>
                <a:lnTo>
                  <a:pt x="760264" y="378080"/>
                </a:lnTo>
                <a:lnTo>
                  <a:pt x="744072" y="366840"/>
                </a:lnTo>
                <a:lnTo>
                  <a:pt x="711973" y="344076"/>
                </a:lnTo>
                <a:lnTo>
                  <a:pt x="703876" y="338456"/>
                </a:lnTo>
                <a:lnTo>
                  <a:pt x="695589" y="333027"/>
                </a:lnTo>
                <a:lnTo>
                  <a:pt x="679111" y="322359"/>
                </a:lnTo>
                <a:lnTo>
                  <a:pt x="645298" y="300832"/>
                </a:lnTo>
                <a:lnTo>
                  <a:pt x="637106" y="295403"/>
                </a:lnTo>
                <a:lnTo>
                  <a:pt x="628629" y="290259"/>
                </a:lnTo>
                <a:lnTo>
                  <a:pt x="611960" y="279877"/>
                </a:lnTo>
                <a:lnTo>
                  <a:pt x="578623" y="259493"/>
                </a:lnTo>
                <a:cubicBezTo>
                  <a:pt x="396971" y="152328"/>
                  <a:pt x="202566" y="68422"/>
                  <a:pt x="-21" y="974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B09934-849D-02D7-FDF8-5A61E2949765}"/>
              </a:ext>
            </a:extLst>
          </p:cNvPr>
          <p:cNvSpPr/>
          <p:nvPr/>
        </p:nvSpPr>
        <p:spPr>
          <a:xfrm>
            <a:off x="1072357" y="4137118"/>
            <a:ext cx="1781157" cy="1780171"/>
          </a:xfrm>
          <a:custGeom>
            <a:avLst/>
            <a:gdLst>
              <a:gd name="csX0" fmla="*/ 1719241 w 1721548"/>
              <a:gd name="csY0" fmla="*/ 1720438 h 1720595"/>
              <a:gd name="csX1" fmla="*/ 1639136 w 1721548"/>
              <a:gd name="csY1" fmla="*/ 1710913 h 1720595"/>
              <a:gd name="csX2" fmla="*/ 1559793 w 1721548"/>
              <a:gd name="csY2" fmla="*/ 1696245 h 1720595"/>
              <a:gd name="csX3" fmla="*/ 1520359 w 1721548"/>
              <a:gd name="csY3" fmla="*/ 1687196 h 1720595"/>
              <a:gd name="csX4" fmla="*/ 1500643 w 1721548"/>
              <a:gd name="csY4" fmla="*/ 1682624 h 1720595"/>
              <a:gd name="csX5" fmla="*/ 1480926 w 1721548"/>
              <a:gd name="csY5" fmla="*/ 1677766 h 1720595"/>
              <a:gd name="csX6" fmla="*/ 1441873 w 1721548"/>
              <a:gd name="csY6" fmla="*/ 1666907 h 1720595"/>
              <a:gd name="csX7" fmla="*/ 1422347 w 1721548"/>
              <a:gd name="csY7" fmla="*/ 1661288 h 1720595"/>
              <a:gd name="csX8" fmla="*/ 1403297 w 1721548"/>
              <a:gd name="csY8" fmla="*/ 1655573 h 1720595"/>
              <a:gd name="csX9" fmla="*/ 1101164 w 1721548"/>
              <a:gd name="csY9" fmla="*/ 1532510 h 1720595"/>
              <a:gd name="csX10" fmla="*/ 822177 w 1721548"/>
              <a:gd name="csY10" fmla="*/ 1361060 h 1720595"/>
              <a:gd name="csX11" fmla="*/ 359452 w 1721548"/>
              <a:gd name="csY11" fmla="*/ 898240 h 1720595"/>
              <a:gd name="csX12" fmla="*/ 312399 w 1721548"/>
              <a:gd name="csY12" fmla="*/ 830993 h 1720595"/>
              <a:gd name="csX13" fmla="*/ 306684 w 1721548"/>
              <a:gd name="csY13" fmla="*/ 822612 h 1720595"/>
              <a:gd name="csX14" fmla="*/ 301064 w 1721548"/>
              <a:gd name="csY14" fmla="*/ 814611 h 1720595"/>
              <a:gd name="csX15" fmla="*/ 290015 w 1721548"/>
              <a:gd name="csY15" fmla="*/ 797275 h 1720595"/>
              <a:gd name="csX16" fmla="*/ 268108 w 1721548"/>
              <a:gd name="csY16" fmla="*/ 762699 h 1720595"/>
              <a:gd name="csX17" fmla="*/ 262583 w 1721548"/>
              <a:gd name="csY17" fmla="*/ 754032 h 1720595"/>
              <a:gd name="csX18" fmla="*/ 257439 w 1721548"/>
              <a:gd name="csY18" fmla="*/ 745174 h 1720595"/>
              <a:gd name="csX19" fmla="*/ 247152 w 1721548"/>
              <a:gd name="csY19" fmla="*/ 727457 h 1720595"/>
              <a:gd name="csX20" fmla="*/ 226674 w 1721548"/>
              <a:gd name="csY20" fmla="*/ 692024 h 1720595"/>
              <a:gd name="csX21" fmla="*/ 221625 w 1721548"/>
              <a:gd name="csY21" fmla="*/ 683166 h 1720595"/>
              <a:gd name="csX22" fmla="*/ 216768 w 1721548"/>
              <a:gd name="csY22" fmla="*/ 674117 h 1720595"/>
              <a:gd name="csX23" fmla="*/ 207243 w 1721548"/>
              <a:gd name="csY23" fmla="*/ 656019 h 1720595"/>
              <a:gd name="csX24" fmla="*/ 188193 w 1721548"/>
              <a:gd name="csY24" fmla="*/ 619920 h 1720595"/>
              <a:gd name="csX25" fmla="*/ 65511 w 1721548"/>
              <a:gd name="csY25" fmla="*/ 318358 h 1720595"/>
              <a:gd name="csX26" fmla="*/ 59700 w 1721548"/>
              <a:gd name="csY26" fmla="*/ 298832 h 1720595"/>
              <a:gd name="csX27" fmla="*/ 54176 w 1721548"/>
              <a:gd name="csY27" fmla="*/ 279782 h 1720595"/>
              <a:gd name="csX28" fmla="*/ 43222 w 1721548"/>
              <a:gd name="csY28" fmla="*/ 240825 h 1720595"/>
              <a:gd name="csX29" fmla="*/ 38460 w 1721548"/>
              <a:gd name="csY29" fmla="*/ 221108 h 1720595"/>
              <a:gd name="csX30" fmla="*/ 33697 w 1721548"/>
              <a:gd name="csY30" fmla="*/ 201486 h 1720595"/>
              <a:gd name="csX31" fmla="*/ 24744 w 1721548"/>
              <a:gd name="csY31" fmla="*/ 162053 h 1720595"/>
              <a:gd name="csX32" fmla="*/ 10075 w 1721548"/>
              <a:gd name="csY32" fmla="*/ 82614 h 1720595"/>
              <a:gd name="csX33" fmla="*/ -21 w 1721548"/>
              <a:gd name="csY33" fmla="*/ 2604 h 1720595"/>
              <a:gd name="csX34" fmla="*/ 9980 w 1721548"/>
              <a:gd name="csY34" fmla="*/ -158 h 1720595"/>
              <a:gd name="csX35" fmla="*/ 259630 w 1721548"/>
              <a:gd name="csY35" fmla="*/ 578295 h 1720595"/>
              <a:gd name="csX36" fmla="*/ 280204 w 1721548"/>
              <a:gd name="csY36" fmla="*/ 612014 h 1720595"/>
              <a:gd name="csX37" fmla="*/ 290491 w 1721548"/>
              <a:gd name="csY37" fmla="*/ 628873 h 1720595"/>
              <a:gd name="csX38" fmla="*/ 295635 w 1721548"/>
              <a:gd name="csY38" fmla="*/ 637255 h 1720595"/>
              <a:gd name="csX39" fmla="*/ 300969 w 1721548"/>
              <a:gd name="csY39" fmla="*/ 645542 h 1720595"/>
              <a:gd name="csX40" fmla="*/ 322495 w 1721548"/>
              <a:gd name="csY40" fmla="*/ 678499 h 1720595"/>
              <a:gd name="csX41" fmla="*/ 333258 w 1721548"/>
              <a:gd name="csY41" fmla="*/ 695072 h 1720595"/>
              <a:gd name="csX42" fmla="*/ 338688 w 1721548"/>
              <a:gd name="csY42" fmla="*/ 703263 h 1720595"/>
              <a:gd name="csX43" fmla="*/ 344308 w 1721548"/>
              <a:gd name="csY43" fmla="*/ 711359 h 1720595"/>
              <a:gd name="csX44" fmla="*/ 366787 w 1721548"/>
              <a:gd name="csY44" fmla="*/ 743745 h 1720595"/>
              <a:gd name="csX45" fmla="*/ 378121 w 1721548"/>
              <a:gd name="csY45" fmla="*/ 759937 h 1720595"/>
              <a:gd name="csX46" fmla="*/ 383741 w 1721548"/>
              <a:gd name="csY46" fmla="*/ 768033 h 1720595"/>
              <a:gd name="csX47" fmla="*/ 389647 w 1721548"/>
              <a:gd name="csY47" fmla="*/ 775939 h 1720595"/>
              <a:gd name="csX48" fmla="*/ 413173 w 1721548"/>
              <a:gd name="csY48" fmla="*/ 807658 h 1720595"/>
              <a:gd name="csX49" fmla="*/ 424889 w 1721548"/>
              <a:gd name="csY49" fmla="*/ 822517 h 1720595"/>
              <a:gd name="csX50" fmla="*/ 430795 w 1721548"/>
              <a:gd name="csY50" fmla="*/ 830422 h 1720595"/>
              <a:gd name="csX51" fmla="*/ 436986 w 1721548"/>
              <a:gd name="csY51" fmla="*/ 838137 h 1720595"/>
              <a:gd name="csX52" fmla="*/ 882089 w 1721548"/>
              <a:gd name="csY52" fmla="*/ 1283336 h 1720595"/>
              <a:gd name="csX53" fmla="*/ 889900 w 1721548"/>
              <a:gd name="csY53" fmla="*/ 1289527 h 1720595"/>
              <a:gd name="csX54" fmla="*/ 897805 w 1721548"/>
              <a:gd name="csY54" fmla="*/ 1295337 h 1720595"/>
              <a:gd name="csX55" fmla="*/ 913617 w 1721548"/>
              <a:gd name="csY55" fmla="*/ 1307149 h 1720595"/>
              <a:gd name="csX56" fmla="*/ 945240 w 1721548"/>
              <a:gd name="csY56" fmla="*/ 1330770 h 1720595"/>
              <a:gd name="csX57" fmla="*/ 953146 w 1721548"/>
              <a:gd name="csY57" fmla="*/ 1336581 h 1720595"/>
              <a:gd name="csX58" fmla="*/ 961242 w 1721548"/>
              <a:gd name="csY58" fmla="*/ 1342296 h 1720595"/>
              <a:gd name="csX59" fmla="*/ 977434 w 1721548"/>
              <a:gd name="csY59" fmla="*/ 1353535 h 1720595"/>
              <a:gd name="csX60" fmla="*/ 1009724 w 1721548"/>
              <a:gd name="csY60" fmla="*/ 1376205 h 1720595"/>
              <a:gd name="csX61" fmla="*/ 1017820 w 1721548"/>
              <a:gd name="csY61" fmla="*/ 1381824 h 1720595"/>
              <a:gd name="csX62" fmla="*/ 1026107 w 1721548"/>
              <a:gd name="csY62" fmla="*/ 1387254 h 1720595"/>
              <a:gd name="csX63" fmla="*/ 1042585 w 1721548"/>
              <a:gd name="csY63" fmla="*/ 1398017 h 1720595"/>
              <a:gd name="csX64" fmla="*/ 1075542 w 1721548"/>
              <a:gd name="csY64" fmla="*/ 1419448 h 1720595"/>
              <a:gd name="csX65" fmla="*/ 1083828 w 1721548"/>
              <a:gd name="csY65" fmla="*/ 1424877 h 1720595"/>
              <a:gd name="csX66" fmla="*/ 1092211 w 1721548"/>
              <a:gd name="csY66" fmla="*/ 1430021 h 1720595"/>
              <a:gd name="csX67" fmla="*/ 1109165 w 1721548"/>
              <a:gd name="csY67" fmla="*/ 1440308 h 1720595"/>
              <a:gd name="csX68" fmla="*/ 1142884 w 1721548"/>
              <a:gd name="csY68" fmla="*/ 1460787 h 1720595"/>
              <a:gd name="csX69" fmla="*/ 1721527 w 1721548"/>
              <a:gd name="csY69" fmla="*/ 1710532 h 17205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</a:cxnLst>
            <a:rect l="l" t="t" r="r" b="b"/>
            <a:pathLst>
              <a:path w="1721548" h="1720595">
                <a:moveTo>
                  <a:pt x="1719241" y="1720438"/>
                </a:moveTo>
                <a:cubicBezTo>
                  <a:pt x="1692571" y="1717771"/>
                  <a:pt x="1665901" y="1714247"/>
                  <a:pt x="1639136" y="1710913"/>
                </a:cubicBezTo>
                <a:cubicBezTo>
                  <a:pt x="1612371" y="1707579"/>
                  <a:pt x="1586177" y="1701388"/>
                  <a:pt x="1559793" y="1696245"/>
                </a:cubicBezTo>
                <a:cubicBezTo>
                  <a:pt x="1546648" y="1693292"/>
                  <a:pt x="1533409" y="1690435"/>
                  <a:pt x="1520359" y="1687196"/>
                </a:cubicBezTo>
                <a:lnTo>
                  <a:pt x="1500643" y="1682624"/>
                </a:lnTo>
                <a:cubicBezTo>
                  <a:pt x="1494070" y="1681005"/>
                  <a:pt x="1487403" y="1679576"/>
                  <a:pt x="1480926" y="1677766"/>
                </a:cubicBezTo>
                <a:cubicBezTo>
                  <a:pt x="1467877" y="1674337"/>
                  <a:pt x="1454923" y="1670527"/>
                  <a:pt x="1441873" y="1666907"/>
                </a:cubicBezTo>
                <a:lnTo>
                  <a:pt x="1422347" y="1661288"/>
                </a:lnTo>
                <a:cubicBezTo>
                  <a:pt x="1415870" y="1659478"/>
                  <a:pt x="1409298" y="1657669"/>
                  <a:pt x="1403297" y="1655573"/>
                </a:cubicBezTo>
                <a:cubicBezTo>
                  <a:pt x="1299284" y="1623169"/>
                  <a:pt x="1198214" y="1582002"/>
                  <a:pt x="1101164" y="1532510"/>
                </a:cubicBezTo>
                <a:cubicBezTo>
                  <a:pt x="1003676" y="1483018"/>
                  <a:pt x="910369" y="1425677"/>
                  <a:pt x="822177" y="1361060"/>
                </a:cubicBezTo>
                <a:cubicBezTo>
                  <a:pt x="644974" y="1231596"/>
                  <a:pt x="488883" y="1075472"/>
                  <a:pt x="359452" y="898240"/>
                </a:cubicBezTo>
                <a:cubicBezTo>
                  <a:pt x="343260" y="876237"/>
                  <a:pt x="328020" y="853473"/>
                  <a:pt x="312399" y="830993"/>
                </a:cubicBezTo>
                <a:lnTo>
                  <a:pt x="306684" y="822612"/>
                </a:lnTo>
                <a:lnTo>
                  <a:pt x="301064" y="814611"/>
                </a:lnTo>
                <a:lnTo>
                  <a:pt x="290015" y="797275"/>
                </a:lnTo>
                <a:lnTo>
                  <a:pt x="268108" y="762699"/>
                </a:lnTo>
                <a:lnTo>
                  <a:pt x="262583" y="754032"/>
                </a:lnTo>
                <a:lnTo>
                  <a:pt x="257439" y="745174"/>
                </a:lnTo>
                <a:lnTo>
                  <a:pt x="247152" y="727457"/>
                </a:lnTo>
                <a:cubicBezTo>
                  <a:pt x="240295" y="715646"/>
                  <a:pt x="233341" y="703930"/>
                  <a:pt x="226674" y="692024"/>
                </a:cubicBezTo>
                <a:lnTo>
                  <a:pt x="221625" y="683166"/>
                </a:lnTo>
                <a:cubicBezTo>
                  <a:pt x="219911" y="680213"/>
                  <a:pt x="218387" y="677165"/>
                  <a:pt x="216768" y="674117"/>
                </a:cubicBezTo>
                <a:lnTo>
                  <a:pt x="207243" y="656019"/>
                </a:lnTo>
                <a:lnTo>
                  <a:pt x="188193" y="619920"/>
                </a:lnTo>
                <a:cubicBezTo>
                  <a:pt x="138877" y="523031"/>
                  <a:pt x="97837" y="422152"/>
                  <a:pt x="65511" y="318358"/>
                </a:cubicBezTo>
                <a:cubicBezTo>
                  <a:pt x="63415" y="311976"/>
                  <a:pt x="61605" y="305404"/>
                  <a:pt x="59700" y="298832"/>
                </a:cubicBezTo>
                <a:lnTo>
                  <a:pt x="54176" y="279782"/>
                </a:lnTo>
                <a:cubicBezTo>
                  <a:pt x="50461" y="266828"/>
                  <a:pt x="46746" y="253874"/>
                  <a:pt x="43222" y="240825"/>
                </a:cubicBezTo>
                <a:cubicBezTo>
                  <a:pt x="41412" y="234348"/>
                  <a:pt x="39984" y="227680"/>
                  <a:pt x="38460" y="221108"/>
                </a:cubicBezTo>
                <a:lnTo>
                  <a:pt x="33697" y="201486"/>
                </a:lnTo>
                <a:cubicBezTo>
                  <a:pt x="30554" y="188342"/>
                  <a:pt x="27696" y="175197"/>
                  <a:pt x="24744" y="162053"/>
                </a:cubicBezTo>
                <a:cubicBezTo>
                  <a:pt x="19314" y="135669"/>
                  <a:pt x="15219" y="109094"/>
                  <a:pt x="10075" y="82614"/>
                </a:cubicBezTo>
                <a:cubicBezTo>
                  <a:pt x="4932" y="56135"/>
                  <a:pt x="2741" y="29274"/>
                  <a:pt x="-21" y="2604"/>
                </a:cubicBezTo>
                <a:lnTo>
                  <a:pt x="9980" y="-158"/>
                </a:lnTo>
                <a:cubicBezTo>
                  <a:pt x="68680" y="202343"/>
                  <a:pt x="152551" y="396673"/>
                  <a:pt x="259630" y="578295"/>
                </a:cubicBezTo>
                <a:lnTo>
                  <a:pt x="280204" y="612014"/>
                </a:lnTo>
                <a:lnTo>
                  <a:pt x="290491" y="628873"/>
                </a:lnTo>
                <a:cubicBezTo>
                  <a:pt x="292206" y="631731"/>
                  <a:pt x="293825" y="634493"/>
                  <a:pt x="295635" y="637255"/>
                </a:cubicBezTo>
                <a:lnTo>
                  <a:pt x="300969" y="645542"/>
                </a:lnTo>
                <a:lnTo>
                  <a:pt x="322495" y="678499"/>
                </a:lnTo>
                <a:lnTo>
                  <a:pt x="333258" y="695072"/>
                </a:lnTo>
                <a:lnTo>
                  <a:pt x="338688" y="703263"/>
                </a:lnTo>
                <a:lnTo>
                  <a:pt x="344308" y="711359"/>
                </a:lnTo>
                <a:lnTo>
                  <a:pt x="366787" y="743745"/>
                </a:lnTo>
                <a:lnTo>
                  <a:pt x="378121" y="759937"/>
                </a:lnTo>
                <a:lnTo>
                  <a:pt x="383741" y="768033"/>
                </a:lnTo>
                <a:lnTo>
                  <a:pt x="389647" y="775939"/>
                </a:lnTo>
                <a:lnTo>
                  <a:pt x="413173" y="807658"/>
                </a:lnTo>
                <a:lnTo>
                  <a:pt x="424889" y="822517"/>
                </a:lnTo>
                <a:lnTo>
                  <a:pt x="430795" y="830422"/>
                </a:lnTo>
                <a:lnTo>
                  <a:pt x="436986" y="838137"/>
                </a:lnTo>
                <a:cubicBezTo>
                  <a:pt x="566302" y="1004435"/>
                  <a:pt x="715821" y="1153986"/>
                  <a:pt x="882089" y="1283336"/>
                </a:cubicBezTo>
                <a:lnTo>
                  <a:pt x="889900" y="1289527"/>
                </a:lnTo>
                <a:lnTo>
                  <a:pt x="897805" y="1295337"/>
                </a:lnTo>
                <a:lnTo>
                  <a:pt x="913617" y="1307149"/>
                </a:lnTo>
                <a:lnTo>
                  <a:pt x="945240" y="1330770"/>
                </a:lnTo>
                <a:lnTo>
                  <a:pt x="953146" y="1336581"/>
                </a:lnTo>
                <a:lnTo>
                  <a:pt x="961242" y="1342296"/>
                </a:lnTo>
                <a:lnTo>
                  <a:pt x="977434" y="1353535"/>
                </a:lnTo>
                <a:lnTo>
                  <a:pt x="1009724" y="1376205"/>
                </a:lnTo>
                <a:lnTo>
                  <a:pt x="1017820" y="1381824"/>
                </a:lnTo>
                <a:lnTo>
                  <a:pt x="1026107" y="1387254"/>
                </a:lnTo>
                <a:lnTo>
                  <a:pt x="1042585" y="1398017"/>
                </a:lnTo>
                <a:lnTo>
                  <a:pt x="1075542" y="1419448"/>
                </a:lnTo>
                <a:lnTo>
                  <a:pt x="1083828" y="1424877"/>
                </a:lnTo>
                <a:lnTo>
                  <a:pt x="1092211" y="1430021"/>
                </a:lnTo>
                <a:lnTo>
                  <a:pt x="1109165" y="1440308"/>
                </a:lnTo>
                <a:lnTo>
                  <a:pt x="1142884" y="1460787"/>
                </a:lnTo>
                <a:cubicBezTo>
                  <a:pt x="1324535" y="1567952"/>
                  <a:pt x="1518940" y="1651858"/>
                  <a:pt x="1721527" y="1710532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30AB38A-F02F-81FC-35F0-1E351399FA90}"/>
              </a:ext>
            </a:extLst>
          </p:cNvPr>
          <p:cNvSpPr/>
          <p:nvPr/>
        </p:nvSpPr>
        <p:spPr>
          <a:xfrm>
            <a:off x="4548739" y="2760697"/>
            <a:ext cx="1801261" cy="2713511"/>
          </a:xfrm>
          <a:custGeom>
            <a:avLst/>
            <a:gdLst>
              <a:gd name="csX0" fmla="*/ 1740958 w 1740979"/>
              <a:gd name="csY0" fmla="*/ 1200849 h 2622699"/>
              <a:gd name="csX1" fmla="*/ 316771 w 1740979"/>
              <a:gd name="csY1" fmla="*/ 2622541 h 2622699"/>
              <a:gd name="csX2" fmla="*/ -21 w 1740979"/>
              <a:gd name="csY2" fmla="*/ 2586546 h 2622699"/>
              <a:gd name="csX3" fmla="*/ 1080304 w 1740979"/>
              <a:gd name="csY3" fmla="*/ -158 h 2622699"/>
              <a:gd name="csX4" fmla="*/ 1740958 w 1740979"/>
              <a:gd name="csY4" fmla="*/ 1200849 h 2622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40979" h="2622699">
                <a:moveTo>
                  <a:pt x="1740958" y="1200849"/>
                </a:moveTo>
                <a:cubicBezTo>
                  <a:pt x="1740272" y="1986719"/>
                  <a:pt x="1102641" y="2623227"/>
                  <a:pt x="316771" y="2622541"/>
                </a:cubicBezTo>
                <a:cubicBezTo>
                  <a:pt x="210157" y="2622446"/>
                  <a:pt x="103897" y="2610378"/>
                  <a:pt x="-21" y="2586546"/>
                </a:cubicBezTo>
                <a:cubicBezTo>
                  <a:pt x="947326" y="2107420"/>
                  <a:pt x="1405478" y="1010435"/>
                  <a:pt x="1080304" y="-158"/>
                </a:cubicBezTo>
                <a:cubicBezTo>
                  <a:pt x="1491880" y="260427"/>
                  <a:pt x="1741225" y="713722"/>
                  <a:pt x="1740958" y="120084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10632E3-7E8C-5C8C-32BC-FCE475E60F43}"/>
              </a:ext>
            </a:extLst>
          </p:cNvPr>
          <p:cNvSpPr/>
          <p:nvPr/>
        </p:nvSpPr>
        <p:spPr>
          <a:xfrm>
            <a:off x="1232970" y="1134751"/>
            <a:ext cx="4626242" cy="4626245"/>
          </a:xfrm>
          <a:custGeom>
            <a:avLst/>
            <a:gdLst>
              <a:gd name="csX0" fmla="*/ 2233707 w 4471417"/>
              <a:gd name="csY0" fmla="*/ 4471259 h 4471420"/>
              <a:gd name="csX1" fmla="*/ -20 w 4471417"/>
              <a:gd name="csY1" fmla="*/ 2233570 h 4471420"/>
              <a:gd name="csX2" fmla="*/ 2237669 w 4471417"/>
              <a:gd name="csY2" fmla="*/ -157 h 4471420"/>
              <a:gd name="csX3" fmla="*/ 4471396 w 4471417"/>
              <a:gd name="csY3" fmla="*/ 2237532 h 4471420"/>
              <a:gd name="csX4" fmla="*/ 3104768 w 4471417"/>
              <a:gd name="csY4" fmla="*/ 4295428 h 4471420"/>
              <a:gd name="csX5" fmla="*/ 2233707 w 4471417"/>
              <a:gd name="csY5" fmla="*/ 4471259 h 4471420"/>
              <a:gd name="csX6" fmla="*/ 2233707 w 4471417"/>
              <a:gd name="csY6" fmla="*/ 161577 h 4471420"/>
              <a:gd name="csX7" fmla="*/ 160971 w 4471417"/>
              <a:gd name="csY7" fmla="*/ 2233932 h 4471420"/>
              <a:gd name="csX8" fmla="*/ 2233707 w 4471417"/>
              <a:gd name="csY8" fmla="*/ 4306286 h 4471420"/>
              <a:gd name="csX9" fmla="*/ 4306347 w 4471417"/>
              <a:gd name="csY9" fmla="*/ 2233932 h 4471420"/>
              <a:gd name="csX10" fmla="*/ 2233707 w 4471417"/>
              <a:gd name="csY10" fmla="*/ 161577 h 4471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471417" h="4471420">
                <a:moveTo>
                  <a:pt x="2233707" y="4471259"/>
                </a:moveTo>
                <a:cubicBezTo>
                  <a:pt x="998962" y="4470164"/>
                  <a:pt x="-1114" y="3468314"/>
                  <a:pt x="-20" y="2233570"/>
                </a:cubicBezTo>
                <a:cubicBezTo>
                  <a:pt x="1072" y="998825"/>
                  <a:pt x="1002915" y="-1252"/>
                  <a:pt x="2237669" y="-157"/>
                </a:cubicBezTo>
                <a:cubicBezTo>
                  <a:pt x="3472414" y="938"/>
                  <a:pt x="4472491" y="1002787"/>
                  <a:pt x="4471396" y="2237532"/>
                </a:cubicBezTo>
                <a:cubicBezTo>
                  <a:pt x="4470596" y="3135740"/>
                  <a:pt x="3932338" y="3946269"/>
                  <a:pt x="3104768" y="4295428"/>
                </a:cubicBezTo>
                <a:cubicBezTo>
                  <a:pt x="2829200" y="4412032"/>
                  <a:pt x="2532934" y="4471831"/>
                  <a:pt x="2233707" y="4471259"/>
                </a:cubicBezTo>
                <a:close/>
                <a:moveTo>
                  <a:pt x="2233707" y="161577"/>
                </a:moveTo>
                <a:cubicBezTo>
                  <a:pt x="1090706" y="161577"/>
                  <a:pt x="160971" y="1091218"/>
                  <a:pt x="160971" y="2233932"/>
                </a:cubicBezTo>
                <a:cubicBezTo>
                  <a:pt x="160971" y="3376646"/>
                  <a:pt x="1090802" y="4306286"/>
                  <a:pt x="2233707" y="4306286"/>
                </a:cubicBezTo>
                <a:cubicBezTo>
                  <a:pt x="3376611" y="4306286"/>
                  <a:pt x="4306347" y="3376646"/>
                  <a:pt x="4306347" y="2233932"/>
                </a:cubicBezTo>
                <a:cubicBezTo>
                  <a:pt x="4306347" y="1091218"/>
                  <a:pt x="3376611" y="161577"/>
                  <a:pt x="2233707" y="161577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E26931-433F-FACA-51F2-F17333558DAF}"/>
              </a:ext>
            </a:extLst>
          </p:cNvPr>
          <p:cNvSpPr txBox="1"/>
          <p:nvPr/>
        </p:nvSpPr>
        <p:spPr>
          <a:xfrm>
            <a:off x="6870700" y="1353723"/>
            <a:ext cx="4626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Solutions</a:t>
            </a:r>
            <a:endParaRPr lang="en-IN" sz="4000" b="1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1" name="Group 5">
            <a:extLst>
              <a:ext uri="{FF2B5EF4-FFF2-40B4-BE49-F238E27FC236}">
                <a16:creationId xmlns:a16="http://schemas.microsoft.com/office/drawing/2014/main" id="{C56A535A-4A16-86A1-D926-C5866B69CF73}"/>
              </a:ext>
            </a:extLst>
          </p:cNvPr>
          <p:cNvGrpSpPr/>
          <p:nvPr/>
        </p:nvGrpSpPr>
        <p:grpSpPr>
          <a:xfrm>
            <a:off x="1348956" y="1286300"/>
            <a:ext cx="4347061" cy="4347061"/>
            <a:chOff x="0" y="0"/>
            <a:chExt cx="812800" cy="812800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38FCAC8D-7196-76FB-6898-23F80E66A82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4931" r="-348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2535B30-9C52-99B6-B35D-DA8D2C73D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9068" y="2067635"/>
            <a:ext cx="539985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seasonal offers during low rental periods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marketing in low-performing regions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inventory for popular film categories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Launch loyalty programs for repeat customers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staff to improve operational efficiency </a:t>
            </a:r>
          </a:p>
        </p:txBody>
      </p:sp>
    </p:spTree>
    <p:extLst>
      <p:ext uri="{BB962C8B-B14F-4D97-AF65-F5344CB8AC3E}">
        <p14:creationId xmlns:p14="http://schemas.microsoft.com/office/powerpoint/2010/main" val="3218018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8AE71-FE45-D916-80BE-FDF235C9D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A1390D8-401A-2FEF-F130-C34E68BE5672}"/>
              </a:ext>
            </a:extLst>
          </p:cNvPr>
          <p:cNvSpPr/>
          <p:nvPr/>
        </p:nvSpPr>
        <p:spPr>
          <a:xfrm>
            <a:off x="1635461" y="1010582"/>
            <a:ext cx="396557" cy="396557"/>
          </a:xfrm>
          <a:custGeom>
            <a:avLst/>
            <a:gdLst>
              <a:gd name="csX0" fmla="*/ 383265 w 383286"/>
              <a:gd name="csY0" fmla="*/ 191390 h 383286"/>
              <a:gd name="csX1" fmla="*/ 191717 w 383286"/>
              <a:gd name="csY1" fmla="*/ 383128 h 383286"/>
              <a:gd name="csX2" fmla="*/ -21 w 383286"/>
              <a:gd name="csY2" fmla="*/ 191580 h 383286"/>
              <a:gd name="csX3" fmla="*/ 191527 w 383286"/>
              <a:gd name="csY3" fmla="*/ -158 h 383286"/>
              <a:gd name="csX4" fmla="*/ 191622 w 383286"/>
              <a:gd name="csY4" fmla="*/ -158 h 383286"/>
              <a:gd name="csX5" fmla="*/ 383265 w 383286"/>
              <a:gd name="csY5" fmla="*/ 191390 h 383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83286" h="383286">
                <a:moveTo>
                  <a:pt x="383265" y="191390"/>
                </a:moveTo>
                <a:cubicBezTo>
                  <a:pt x="383322" y="297232"/>
                  <a:pt x="297559" y="383071"/>
                  <a:pt x="191717" y="383128"/>
                </a:cubicBezTo>
                <a:cubicBezTo>
                  <a:pt x="85875" y="383185"/>
                  <a:pt x="31" y="297422"/>
                  <a:pt x="-21" y="191580"/>
                </a:cubicBezTo>
                <a:cubicBezTo>
                  <a:pt x="-74" y="85739"/>
                  <a:pt x="85685" y="-101"/>
                  <a:pt x="191527" y="-158"/>
                </a:cubicBezTo>
                <a:cubicBezTo>
                  <a:pt x="191555" y="-158"/>
                  <a:pt x="191593" y="-158"/>
                  <a:pt x="191622" y="-158"/>
                </a:cubicBezTo>
                <a:cubicBezTo>
                  <a:pt x="297426" y="-158"/>
                  <a:pt x="383208" y="85586"/>
                  <a:pt x="383265" y="19139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5CA4D34-2AF1-E791-F9A1-26341E8850C0}"/>
              </a:ext>
            </a:extLst>
          </p:cNvPr>
          <p:cNvSpPr/>
          <p:nvPr/>
        </p:nvSpPr>
        <p:spPr>
          <a:xfrm>
            <a:off x="4621960" y="5620661"/>
            <a:ext cx="396557" cy="396557"/>
          </a:xfrm>
          <a:custGeom>
            <a:avLst/>
            <a:gdLst>
              <a:gd name="csX0" fmla="*/ 383265 w 383286"/>
              <a:gd name="csY0" fmla="*/ 191200 h 383286"/>
              <a:gd name="csX1" fmla="*/ 191908 w 383286"/>
              <a:gd name="csY1" fmla="*/ 383128 h 383286"/>
              <a:gd name="csX2" fmla="*/ -21 w 383286"/>
              <a:gd name="csY2" fmla="*/ 191771 h 383286"/>
              <a:gd name="csX3" fmla="*/ 191336 w 383286"/>
              <a:gd name="csY3" fmla="*/ -158 h 383286"/>
              <a:gd name="csX4" fmla="*/ 191622 w 383286"/>
              <a:gd name="csY4" fmla="*/ -158 h 383286"/>
              <a:gd name="csX5" fmla="*/ 383265 w 383286"/>
              <a:gd name="csY5" fmla="*/ 191390 h 383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83286" h="383286">
                <a:moveTo>
                  <a:pt x="383265" y="191200"/>
                </a:moveTo>
                <a:cubicBezTo>
                  <a:pt x="383427" y="297041"/>
                  <a:pt x="297750" y="382966"/>
                  <a:pt x="191908" y="383128"/>
                </a:cubicBezTo>
                <a:cubicBezTo>
                  <a:pt x="86066" y="383290"/>
                  <a:pt x="141" y="297613"/>
                  <a:pt x="-21" y="191771"/>
                </a:cubicBezTo>
                <a:cubicBezTo>
                  <a:pt x="-173" y="85929"/>
                  <a:pt x="85495" y="4"/>
                  <a:pt x="191336" y="-158"/>
                </a:cubicBezTo>
                <a:cubicBezTo>
                  <a:pt x="191431" y="-158"/>
                  <a:pt x="191527" y="-158"/>
                  <a:pt x="191622" y="-158"/>
                </a:cubicBezTo>
                <a:cubicBezTo>
                  <a:pt x="297426" y="-158"/>
                  <a:pt x="383208" y="85586"/>
                  <a:pt x="383265" y="19139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D54AA02-6025-FEF1-62E6-751999DD9B27}"/>
              </a:ext>
            </a:extLst>
          </p:cNvPr>
          <p:cNvSpPr/>
          <p:nvPr/>
        </p:nvSpPr>
        <p:spPr>
          <a:xfrm>
            <a:off x="1323556" y="934306"/>
            <a:ext cx="187044" cy="187044"/>
          </a:xfrm>
          <a:custGeom>
            <a:avLst/>
            <a:gdLst>
              <a:gd name="csX0" fmla="*/ 180763 w 180784"/>
              <a:gd name="csY0" fmla="*/ 90139 h 180784"/>
              <a:gd name="csX1" fmla="*/ 90466 w 180784"/>
              <a:gd name="csY1" fmla="*/ 180626 h 180784"/>
              <a:gd name="csX2" fmla="*/ -21 w 180784"/>
              <a:gd name="csY2" fmla="*/ 90330 h 180784"/>
              <a:gd name="csX3" fmla="*/ 90276 w 180784"/>
              <a:gd name="csY3" fmla="*/ -158 h 180784"/>
              <a:gd name="csX4" fmla="*/ 90466 w 180784"/>
              <a:gd name="csY4" fmla="*/ -158 h 180784"/>
              <a:gd name="csX5" fmla="*/ 180763 w 180784"/>
              <a:gd name="csY5" fmla="*/ 90139 h 180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80784" h="180784">
                <a:moveTo>
                  <a:pt x="180763" y="90139"/>
                </a:moveTo>
                <a:cubicBezTo>
                  <a:pt x="180816" y="140059"/>
                  <a:pt x="140389" y="180569"/>
                  <a:pt x="90466" y="180626"/>
                </a:cubicBezTo>
                <a:cubicBezTo>
                  <a:pt x="40544" y="180684"/>
                  <a:pt x="31" y="140250"/>
                  <a:pt x="-21" y="90330"/>
                </a:cubicBezTo>
                <a:cubicBezTo>
                  <a:pt x="-74" y="40409"/>
                  <a:pt x="40353" y="-101"/>
                  <a:pt x="90276" y="-158"/>
                </a:cubicBezTo>
                <a:cubicBezTo>
                  <a:pt x="90340" y="-158"/>
                  <a:pt x="90402" y="-158"/>
                  <a:pt x="90466" y="-158"/>
                </a:cubicBezTo>
                <a:cubicBezTo>
                  <a:pt x="140314" y="-101"/>
                  <a:pt x="180711" y="40295"/>
                  <a:pt x="180763" y="9013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D0D3879-2524-299D-F1EB-0E19F4151CD1}"/>
              </a:ext>
            </a:extLst>
          </p:cNvPr>
          <p:cNvSpPr/>
          <p:nvPr/>
        </p:nvSpPr>
        <p:spPr>
          <a:xfrm>
            <a:off x="904825" y="3635114"/>
            <a:ext cx="186846" cy="186847"/>
          </a:xfrm>
          <a:custGeom>
            <a:avLst/>
            <a:gdLst>
              <a:gd name="csX0" fmla="*/ 180573 w 180593"/>
              <a:gd name="csY0" fmla="*/ 90139 h 180594"/>
              <a:gd name="csX1" fmla="*/ 90276 w 180593"/>
              <a:gd name="csY1" fmla="*/ 180436 h 180594"/>
              <a:gd name="csX2" fmla="*/ -21 w 180593"/>
              <a:gd name="csY2" fmla="*/ 90139 h 180594"/>
              <a:gd name="csX3" fmla="*/ 90276 w 180593"/>
              <a:gd name="csY3" fmla="*/ -158 h 180594"/>
              <a:gd name="csX4" fmla="*/ 180573 w 180593"/>
              <a:gd name="csY4" fmla="*/ 89949 h 180594"/>
              <a:gd name="csX5" fmla="*/ 180573 w 180593"/>
              <a:gd name="csY5" fmla="*/ 90139 h 180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80593" h="180594">
                <a:moveTo>
                  <a:pt x="180573" y="90139"/>
                </a:moveTo>
                <a:cubicBezTo>
                  <a:pt x="180573" y="140012"/>
                  <a:pt x="140146" y="180436"/>
                  <a:pt x="90276" y="180436"/>
                </a:cubicBezTo>
                <a:cubicBezTo>
                  <a:pt x="40406" y="180436"/>
                  <a:pt x="-21" y="140012"/>
                  <a:pt x="-21" y="90139"/>
                </a:cubicBezTo>
                <a:cubicBezTo>
                  <a:pt x="-21" y="40266"/>
                  <a:pt x="40406" y="-158"/>
                  <a:pt x="90276" y="-158"/>
                </a:cubicBezTo>
                <a:cubicBezTo>
                  <a:pt x="140092" y="-215"/>
                  <a:pt x="180520" y="40133"/>
                  <a:pt x="180573" y="89949"/>
                </a:cubicBezTo>
                <a:cubicBezTo>
                  <a:pt x="180573" y="90015"/>
                  <a:pt x="180573" y="90073"/>
                  <a:pt x="180573" y="90139"/>
                </a:cubicBezTo>
                <a:close/>
              </a:path>
            </a:pathLst>
          </a:custGeom>
          <a:solidFill>
            <a:srgbClr val="3460AA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DE71-1615-959F-967B-792DCD7595E0}"/>
              </a:ext>
            </a:extLst>
          </p:cNvPr>
          <p:cNvSpPr/>
          <p:nvPr/>
        </p:nvSpPr>
        <p:spPr>
          <a:xfrm>
            <a:off x="3883146" y="840783"/>
            <a:ext cx="186847" cy="186846"/>
          </a:xfrm>
          <a:custGeom>
            <a:avLst/>
            <a:gdLst>
              <a:gd name="csX0" fmla="*/ 180573 w 180594"/>
              <a:gd name="csY0" fmla="*/ 90139 h 180593"/>
              <a:gd name="csX1" fmla="*/ 90276 w 180594"/>
              <a:gd name="csY1" fmla="*/ 180436 h 180593"/>
              <a:gd name="csX2" fmla="*/ -21 w 180594"/>
              <a:gd name="csY2" fmla="*/ 90139 h 180593"/>
              <a:gd name="csX3" fmla="*/ 90276 w 180594"/>
              <a:gd name="csY3" fmla="*/ -158 h 180593"/>
              <a:gd name="csX4" fmla="*/ 180573 w 180594"/>
              <a:gd name="csY4" fmla="*/ 89949 h 180593"/>
              <a:gd name="csX5" fmla="*/ 180573 w 180594"/>
              <a:gd name="csY5" fmla="*/ 90139 h 1805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80594" h="180593">
                <a:moveTo>
                  <a:pt x="180573" y="90139"/>
                </a:moveTo>
                <a:cubicBezTo>
                  <a:pt x="180573" y="140012"/>
                  <a:pt x="140149" y="180436"/>
                  <a:pt x="90276" y="180436"/>
                </a:cubicBezTo>
                <a:cubicBezTo>
                  <a:pt x="40403" y="180436"/>
                  <a:pt x="-21" y="140012"/>
                  <a:pt x="-21" y="90139"/>
                </a:cubicBezTo>
                <a:cubicBezTo>
                  <a:pt x="-21" y="40266"/>
                  <a:pt x="40403" y="-158"/>
                  <a:pt x="90276" y="-158"/>
                </a:cubicBezTo>
                <a:cubicBezTo>
                  <a:pt x="140092" y="-215"/>
                  <a:pt x="180516" y="40133"/>
                  <a:pt x="180573" y="89949"/>
                </a:cubicBezTo>
                <a:cubicBezTo>
                  <a:pt x="180573" y="90015"/>
                  <a:pt x="180573" y="90072"/>
                  <a:pt x="180573" y="9013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2D71633-D990-04D2-64B7-295E37BF7096}"/>
              </a:ext>
            </a:extLst>
          </p:cNvPr>
          <p:cNvSpPr/>
          <p:nvPr/>
        </p:nvSpPr>
        <p:spPr>
          <a:xfrm>
            <a:off x="4273888" y="5785729"/>
            <a:ext cx="186846" cy="186847"/>
          </a:xfrm>
          <a:custGeom>
            <a:avLst/>
            <a:gdLst>
              <a:gd name="csX0" fmla="*/ 180573 w 180593"/>
              <a:gd name="csY0" fmla="*/ 90139 h 180594"/>
              <a:gd name="csX1" fmla="*/ 90276 w 180593"/>
              <a:gd name="csY1" fmla="*/ 180436 h 180594"/>
              <a:gd name="csX2" fmla="*/ -21 w 180593"/>
              <a:gd name="csY2" fmla="*/ 90139 h 180594"/>
              <a:gd name="csX3" fmla="*/ 90276 w 180593"/>
              <a:gd name="csY3" fmla="*/ -158 h 180594"/>
              <a:gd name="csX4" fmla="*/ 180573 w 180593"/>
              <a:gd name="csY4" fmla="*/ 90139 h 1805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0593" h="180594">
                <a:moveTo>
                  <a:pt x="180573" y="90139"/>
                </a:moveTo>
                <a:cubicBezTo>
                  <a:pt x="180573" y="140012"/>
                  <a:pt x="140149" y="180436"/>
                  <a:pt x="90276" y="180436"/>
                </a:cubicBezTo>
                <a:cubicBezTo>
                  <a:pt x="40403" y="180436"/>
                  <a:pt x="-21" y="140012"/>
                  <a:pt x="-21" y="90139"/>
                </a:cubicBezTo>
                <a:cubicBezTo>
                  <a:pt x="-21" y="40266"/>
                  <a:pt x="40403" y="-158"/>
                  <a:pt x="90276" y="-158"/>
                </a:cubicBezTo>
                <a:cubicBezTo>
                  <a:pt x="140120" y="-110"/>
                  <a:pt x="180515" y="40295"/>
                  <a:pt x="180573" y="9013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665EC6-342E-063B-4F36-07FA0A56433F}"/>
              </a:ext>
            </a:extLst>
          </p:cNvPr>
          <p:cNvSpPr/>
          <p:nvPr/>
        </p:nvSpPr>
        <p:spPr>
          <a:xfrm>
            <a:off x="893887" y="1284545"/>
            <a:ext cx="725905" cy="725905"/>
          </a:xfrm>
          <a:custGeom>
            <a:avLst/>
            <a:gdLst>
              <a:gd name="csX0" fmla="*/ 701590 w 701611"/>
              <a:gd name="csY0" fmla="*/ 350172 h 701611"/>
              <a:gd name="csX1" fmla="*/ 351260 w 701611"/>
              <a:gd name="csY1" fmla="*/ 701454 h 701611"/>
              <a:gd name="csX2" fmla="*/ -21 w 701611"/>
              <a:gd name="csY2" fmla="*/ 351124 h 701611"/>
              <a:gd name="csX3" fmla="*/ 350308 w 701611"/>
              <a:gd name="csY3" fmla="*/ -158 h 701611"/>
              <a:gd name="csX4" fmla="*/ 350784 w 701611"/>
              <a:gd name="csY4" fmla="*/ -158 h 701611"/>
              <a:gd name="csX5" fmla="*/ 701590 w 701611"/>
              <a:gd name="csY5" fmla="*/ 350648 h 7016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01611" h="701611">
                <a:moveTo>
                  <a:pt x="701590" y="350172"/>
                </a:moveTo>
                <a:cubicBezTo>
                  <a:pt x="701853" y="543920"/>
                  <a:pt x="545005" y="701187"/>
                  <a:pt x="351260" y="701454"/>
                </a:cubicBezTo>
                <a:cubicBezTo>
                  <a:pt x="157516" y="701720"/>
                  <a:pt x="242" y="544872"/>
                  <a:pt x="-21" y="351124"/>
                </a:cubicBezTo>
                <a:cubicBezTo>
                  <a:pt x="-284" y="157376"/>
                  <a:pt x="156563" y="109"/>
                  <a:pt x="350308" y="-158"/>
                </a:cubicBezTo>
                <a:cubicBezTo>
                  <a:pt x="350467" y="-158"/>
                  <a:pt x="350625" y="-158"/>
                  <a:pt x="350784" y="-158"/>
                </a:cubicBezTo>
                <a:cubicBezTo>
                  <a:pt x="544528" y="-158"/>
                  <a:pt x="701590" y="156900"/>
                  <a:pt x="701590" y="35064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AC177A7-7143-A903-9DA2-3FF4FB31C99E}"/>
              </a:ext>
            </a:extLst>
          </p:cNvPr>
          <p:cNvSpPr/>
          <p:nvPr/>
        </p:nvSpPr>
        <p:spPr>
          <a:xfrm>
            <a:off x="4234371" y="975104"/>
            <a:ext cx="1780763" cy="1780566"/>
          </a:xfrm>
          <a:custGeom>
            <a:avLst/>
            <a:gdLst>
              <a:gd name="csX0" fmla="*/ 2360 w 1721167"/>
              <a:gd name="csY0" fmla="*/ -158 h 1720976"/>
              <a:gd name="csX1" fmla="*/ 82465 w 1721167"/>
              <a:gd name="csY1" fmla="*/ 9367 h 1720976"/>
              <a:gd name="csX2" fmla="*/ 161904 w 1721167"/>
              <a:gd name="csY2" fmla="*/ 24035 h 1720976"/>
              <a:gd name="csX3" fmla="*/ 201337 w 1721167"/>
              <a:gd name="csY3" fmla="*/ 32989 h 1720976"/>
              <a:gd name="csX4" fmla="*/ 221054 w 1721167"/>
              <a:gd name="csY4" fmla="*/ 37656 h 1720976"/>
              <a:gd name="csX5" fmla="*/ 240675 w 1721167"/>
              <a:gd name="csY5" fmla="*/ 42514 h 1720976"/>
              <a:gd name="csX6" fmla="*/ 279728 w 1721167"/>
              <a:gd name="csY6" fmla="*/ 53372 h 1720976"/>
              <a:gd name="csX7" fmla="*/ 299254 w 1721167"/>
              <a:gd name="csY7" fmla="*/ 58897 h 1720976"/>
              <a:gd name="csX8" fmla="*/ 318780 w 1721167"/>
              <a:gd name="csY8" fmla="*/ 64707 h 1720976"/>
              <a:gd name="csX9" fmla="*/ 620342 w 1721167"/>
              <a:gd name="csY9" fmla="*/ 187389 h 1720976"/>
              <a:gd name="csX10" fmla="*/ 899424 w 1721167"/>
              <a:gd name="csY10" fmla="*/ 358839 h 1720976"/>
              <a:gd name="csX11" fmla="*/ 1362054 w 1721167"/>
              <a:gd name="csY11" fmla="*/ 821659 h 1720976"/>
              <a:gd name="csX12" fmla="*/ 1409107 w 1721167"/>
              <a:gd name="csY12" fmla="*/ 888906 h 1720976"/>
              <a:gd name="csX13" fmla="*/ 1414917 w 1721167"/>
              <a:gd name="csY13" fmla="*/ 897288 h 1720976"/>
              <a:gd name="csX14" fmla="*/ 1420537 w 1721167"/>
              <a:gd name="csY14" fmla="*/ 905955 h 1720976"/>
              <a:gd name="csX15" fmla="*/ 1431491 w 1721167"/>
              <a:gd name="csY15" fmla="*/ 923196 h 1720976"/>
              <a:gd name="csX16" fmla="*/ 1453494 w 1721167"/>
              <a:gd name="csY16" fmla="*/ 957866 h 1720976"/>
              <a:gd name="csX17" fmla="*/ 1458923 w 1721167"/>
              <a:gd name="csY17" fmla="*/ 966439 h 1720976"/>
              <a:gd name="csX18" fmla="*/ 1464162 w 1721167"/>
              <a:gd name="csY18" fmla="*/ 975297 h 1720976"/>
              <a:gd name="csX19" fmla="*/ 1474449 w 1721167"/>
              <a:gd name="csY19" fmla="*/ 993014 h 1720976"/>
              <a:gd name="csX20" fmla="*/ 1494928 w 1721167"/>
              <a:gd name="csY20" fmla="*/ 1028447 h 1720976"/>
              <a:gd name="csX21" fmla="*/ 1499976 w 1721167"/>
              <a:gd name="csY21" fmla="*/ 1037400 h 1720976"/>
              <a:gd name="csX22" fmla="*/ 1504833 w 1721167"/>
              <a:gd name="csY22" fmla="*/ 1046449 h 1720976"/>
              <a:gd name="csX23" fmla="*/ 1514358 w 1721167"/>
              <a:gd name="csY23" fmla="*/ 1064451 h 1720976"/>
              <a:gd name="csX24" fmla="*/ 1533408 w 1721167"/>
              <a:gd name="csY24" fmla="*/ 1100646 h 1720976"/>
              <a:gd name="csX25" fmla="*/ 1656090 w 1721167"/>
              <a:gd name="csY25" fmla="*/ 1402208 h 1720976"/>
              <a:gd name="csX26" fmla="*/ 1661901 w 1721167"/>
              <a:gd name="csY26" fmla="*/ 1421258 h 1720976"/>
              <a:gd name="csX27" fmla="*/ 1667425 w 1721167"/>
              <a:gd name="csY27" fmla="*/ 1440784 h 1720976"/>
              <a:gd name="csX28" fmla="*/ 1678379 w 1721167"/>
              <a:gd name="csY28" fmla="*/ 1479837 h 1720976"/>
              <a:gd name="csX29" fmla="*/ 1683237 w 1721167"/>
              <a:gd name="csY29" fmla="*/ 1499458 h 1720976"/>
              <a:gd name="csX30" fmla="*/ 1687904 w 1721167"/>
              <a:gd name="csY30" fmla="*/ 1519175 h 1720976"/>
              <a:gd name="csX31" fmla="*/ 1696858 w 1721167"/>
              <a:gd name="csY31" fmla="*/ 1558608 h 1720976"/>
              <a:gd name="csX32" fmla="*/ 1711621 w 1721167"/>
              <a:gd name="csY32" fmla="*/ 1637951 h 1720976"/>
              <a:gd name="csX33" fmla="*/ 1721146 w 1721167"/>
              <a:gd name="csY33" fmla="*/ 1718057 h 1720976"/>
              <a:gd name="csX34" fmla="*/ 1711621 w 1721167"/>
              <a:gd name="csY34" fmla="*/ 1720819 h 1720976"/>
              <a:gd name="csX35" fmla="*/ 1461876 w 1721167"/>
              <a:gd name="csY35" fmla="*/ 1142175 h 1720976"/>
              <a:gd name="csX36" fmla="*/ 1441397 w 1721167"/>
              <a:gd name="csY36" fmla="*/ 1108457 h 1720976"/>
              <a:gd name="csX37" fmla="*/ 1431015 w 1721167"/>
              <a:gd name="csY37" fmla="*/ 1091598 h 1720976"/>
              <a:gd name="csX38" fmla="*/ 1425871 w 1721167"/>
              <a:gd name="csY38" fmla="*/ 1083215 h 1720976"/>
              <a:gd name="csX39" fmla="*/ 1420537 w 1721167"/>
              <a:gd name="csY39" fmla="*/ 1074929 h 1720976"/>
              <a:gd name="csX40" fmla="*/ 1399011 w 1721167"/>
              <a:gd name="csY40" fmla="*/ 1041877 h 1720976"/>
              <a:gd name="csX41" fmla="*/ 1388248 w 1721167"/>
              <a:gd name="csY41" fmla="*/ 1026065 h 1720976"/>
              <a:gd name="csX42" fmla="*/ 1382914 w 1721167"/>
              <a:gd name="csY42" fmla="*/ 1017779 h 1720976"/>
              <a:gd name="csX43" fmla="*/ 1377198 w 1721167"/>
              <a:gd name="csY43" fmla="*/ 1009682 h 1720976"/>
              <a:gd name="csX44" fmla="*/ 1354720 w 1721167"/>
              <a:gd name="csY44" fmla="*/ 977298 h 1720976"/>
              <a:gd name="csX45" fmla="*/ 1343480 w 1721167"/>
              <a:gd name="csY45" fmla="*/ 961105 h 1720976"/>
              <a:gd name="csX46" fmla="*/ 1337765 w 1721167"/>
              <a:gd name="csY46" fmla="*/ 953009 h 1720976"/>
              <a:gd name="csX47" fmla="*/ 1331955 w 1721167"/>
              <a:gd name="csY47" fmla="*/ 945103 h 1720976"/>
              <a:gd name="csX48" fmla="*/ 1308333 w 1721167"/>
              <a:gd name="csY48" fmla="*/ 913480 h 1720976"/>
              <a:gd name="csX49" fmla="*/ 1296522 w 1721167"/>
              <a:gd name="csY49" fmla="*/ 897668 h 1720976"/>
              <a:gd name="csX50" fmla="*/ 1290616 w 1721167"/>
              <a:gd name="csY50" fmla="*/ 889763 h 1720976"/>
              <a:gd name="csX51" fmla="*/ 1284425 w 1721167"/>
              <a:gd name="csY51" fmla="*/ 882048 h 1720976"/>
              <a:gd name="csX52" fmla="*/ 839417 w 1721167"/>
              <a:gd name="csY52" fmla="*/ 436754 h 1720976"/>
              <a:gd name="csX53" fmla="*/ 831606 w 1721167"/>
              <a:gd name="csY53" fmla="*/ 430563 h 1720976"/>
              <a:gd name="csX54" fmla="*/ 823701 w 1721167"/>
              <a:gd name="csY54" fmla="*/ 424657 h 1720976"/>
              <a:gd name="csX55" fmla="*/ 807889 w 1721167"/>
              <a:gd name="csY55" fmla="*/ 413227 h 1720976"/>
              <a:gd name="csX56" fmla="*/ 776266 w 1721167"/>
              <a:gd name="csY56" fmla="*/ 389605 h 1720976"/>
              <a:gd name="csX57" fmla="*/ 768361 w 1721167"/>
              <a:gd name="csY57" fmla="*/ 383699 h 1720976"/>
              <a:gd name="csX58" fmla="*/ 760264 w 1721167"/>
              <a:gd name="csY58" fmla="*/ 378080 h 1720976"/>
              <a:gd name="csX59" fmla="*/ 744072 w 1721167"/>
              <a:gd name="csY59" fmla="*/ 366840 h 1720976"/>
              <a:gd name="csX60" fmla="*/ 711973 w 1721167"/>
              <a:gd name="csY60" fmla="*/ 344076 h 1720976"/>
              <a:gd name="csX61" fmla="*/ 703876 w 1721167"/>
              <a:gd name="csY61" fmla="*/ 338456 h 1720976"/>
              <a:gd name="csX62" fmla="*/ 695589 w 1721167"/>
              <a:gd name="csY62" fmla="*/ 333027 h 1720976"/>
              <a:gd name="csX63" fmla="*/ 679111 w 1721167"/>
              <a:gd name="csY63" fmla="*/ 322359 h 1720976"/>
              <a:gd name="csX64" fmla="*/ 645298 w 1721167"/>
              <a:gd name="csY64" fmla="*/ 300832 h 1720976"/>
              <a:gd name="csX65" fmla="*/ 637106 w 1721167"/>
              <a:gd name="csY65" fmla="*/ 295403 h 1720976"/>
              <a:gd name="csX66" fmla="*/ 628629 w 1721167"/>
              <a:gd name="csY66" fmla="*/ 290259 h 1720976"/>
              <a:gd name="csX67" fmla="*/ 611960 w 1721167"/>
              <a:gd name="csY67" fmla="*/ 279877 h 1720976"/>
              <a:gd name="csX68" fmla="*/ 578623 w 1721167"/>
              <a:gd name="csY68" fmla="*/ 259493 h 1720976"/>
              <a:gd name="csX69" fmla="*/ -21 w 1721167"/>
              <a:gd name="csY69" fmla="*/ 9748 h 17209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</a:cxnLst>
            <a:rect l="l" t="t" r="r" b="b"/>
            <a:pathLst>
              <a:path w="1721167" h="1720976">
                <a:moveTo>
                  <a:pt x="2360" y="-158"/>
                </a:moveTo>
                <a:cubicBezTo>
                  <a:pt x="29221" y="2509"/>
                  <a:pt x="55700" y="6033"/>
                  <a:pt x="82465" y="9367"/>
                </a:cubicBezTo>
                <a:cubicBezTo>
                  <a:pt x="109230" y="12701"/>
                  <a:pt x="135520" y="18892"/>
                  <a:pt x="161904" y="24035"/>
                </a:cubicBezTo>
                <a:cubicBezTo>
                  <a:pt x="175048" y="26988"/>
                  <a:pt x="188193" y="29846"/>
                  <a:pt x="201337" y="32989"/>
                </a:cubicBezTo>
                <a:lnTo>
                  <a:pt x="221054" y="37656"/>
                </a:lnTo>
                <a:cubicBezTo>
                  <a:pt x="227626" y="39276"/>
                  <a:pt x="234198" y="40704"/>
                  <a:pt x="240675" y="42514"/>
                </a:cubicBezTo>
                <a:cubicBezTo>
                  <a:pt x="253725" y="45943"/>
                  <a:pt x="266679" y="49753"/>
                  <a:pt x="279728" y="53372"/>
                </a:cubicBezTo>
                <a:lnTo>
                  <a:pt x="299254" y="58897"/>
                </a:lnTo>
                <a:cubicBezTo>
                  <a:pt x="305731" y="60802"/>
                  <a:pt x="312304" y="62612"/>
                  <a:pt x="318780" y="64707"/>
                </a:cubicBezTo>
                <a:cubicBezTo>
                  <a:pt x="422593" y="96997"/>
                  <a:pt x="523473" y="138040"/>
                  <a:pt x="620342" y="187389"/>
                </a:cubicBezTo>
                <a:cubicBezTo>
                  <a:pt x="717859" y="236881"/>
                  <a:pt x="811194" y="294222"/>
                  <a:pt x="899424" y="358839"/>
                </a:cubicBezTo>
                <a:cubicBezTo>
                  <a:pt x="1076618" y="488293"/>
                  <a:pt x="1232676" y="644418"/>
                  <a:pt x="1362054" y="821659"/>
                </a:cubicBezTo>
                <a:cubicBezTo>
                  <a:pt x="1378246" y="843662"/>
                  <a:pt x="1393582" y="866426"/>
                  <a:pt x="1409107" y="888906"/>
                </a:cubicBezTo>
                <a:lnTo>
                  <a:pt x="1414917" y="897288"/>
                </a:lnTo>
                <a:lnTo>
                  <a:pt x="1420537" y="905955"/>
                </a:lnTo>
                <a:lnTo>
                  <a:pt x="1431491" y="923196"/>
                </a:lnTo>
                <a:lnTo>
                  <a:pt x="1453494" y="957866"/>
                </a:lnTo>
                <a:lnTo>
                  <a:pt x="1458923" y="966439"/>
                </a:lnTo>
                <a:lnTo>
                  <a:pt x="1464162" y="975297"/>
                </a:lnTo>
                <a:lnTo>
                  <a:pt x="1474449" y="993014"/>
                </a:lnTo>
                <a:cubicBezTo>
                  <a:pt x="1481307" y="1004825"/>
                  <a:pt x="1488260" y="1016636"/>
                  <a:pt x="1494928" y="1028447"/>
                </a:cubicBezTo>
                <a:lnTo>
                  <a:pt x="1499976" y="1037400"/>
                </a:lnTo>
                <a:lnTo>
                  <a:pt x="1504833" y="1046449"/>
                </a:lnTo>
                <a:lnTo>
                  <a:pt x="1514358" y="1064451"/>
                </a:lnTo>
                <a:lnTo>
                  <a:pt x="1533408" y="1100646"/>
                </a:lnTo>
                <a:cubicBezTo>
                  <a:pt x="1582758" y="1197515"/>
                  <a:pt x="1623801" y="1298395"/>
                  <a:pt x="1656090" y="1402208"/>
                </a:cubicBezTo>
                <a:cubicBezTo>
                  <a:pt x="1658186" y="1408590"/>
                  <a:pt x="1659996" y="1415162"/>
                  <a:pt x="1661901" y="1421258"/>
                </a:cubicBezTo>
                <a:lnTo>
                  <a:pt x="1667425" y="1440784"/>
                </a:lnTo>
                <a:cubicBezTo>
                  <a:pt x="1671140" y="1453833"/>
                  <a:pt x="1674855" y="1466787"/>
                  <a:pt x="1678379" y="1479837"/>
                </a:cubicBezTo>
                <a:cubicBezTo>
                  <a:pt x="1680189" y="1486314"/>
                  <a:pt x="1681617" y="1492886"/>
                  <a:pt x="1683237" y="1499458"/>
                </a:cubicBezTo>
                <a:lnTo>
                  <a:pt x="1687904" y="1519175"/>
                </a:lnTo>
                <a:cubicBezTo>
                  <a:pt x="1691047" y="1532224"/>
                  <a:pt x="1693905" y="1545464"/>
                  <a:pt x="1696858" y="1558608"/>
                </a:cubicBezTo>
                <a:cubicBezTo>
                  <a:pt x="1702287" y="1584992"/>
                  <a:pt x="1706859" y="1611567"/>
                  <a:pt x="1711621" y="1637951"/>
                </a:cubicBezTo>
                <a:cubicBezTo>
                  <a:pt x="1716384" y="1664336"/>
                  <a:pt x="1718860" y="1691291"/>
                  <a:pt x="1721146" y="1718057"/>
                </a:cubicBezTo>
                <a:lnTo>
                  <a:pt x="1711621" y="1720819"/>
                </a:lnTo>
                <a:cubicBezTo>
                  <a:pt x="1652928" y="1518241"/>
                  <a:pt x="1569023" y="1323836"/>
                  <a:pt x="1461876" y="1142175"/>
                </a:cubicBezTo>
                <a:lnTo>
                  <a:pt x="1441397" y="1108457"/>
                </a:lnTo>
                <a:lnTo>
                  <a:pt x="1431015" y="1091598"/>
                </a:lnTo>
                <a:cubicBezTo>
                  <a:pt x="1429300" y="1088835"/>
                  <a:pt x="1427681" y="1085978"/>
                  <a:pt x="1425871" y="1083215"/>
                </a:cubicBezTo>
                <a:lnTo>
                  <a:pt x="1420537" y="1074929"/>
                </a:lnTo>
                <a:lnTo>
                  <a:pt x="1399011" y="1041877"/>
                </a:lnTo>
                <a:lnTo>
                  <a:pt x="1388248" y="1026065"/>
                </a:lnTo>
                <a:lnTo>
                  <a:pt x="1382914" y="1017779"/>
                </a:lnTo>
                <a:lnTo>
                  <a:pt x="1377198" y="1009682"/>
                </a:lnTo>
                <a:lnTo>
                  <a:pt x="1354720" y="977298"/>
                </a:lnTo>
                <a:lnTo>
                  <a:pt x="1343480" y="961105"/>
                </a:lnTo>
                <a:lnTo>
                  <a:pt x="1337765" y="953009"/>
                </a:lnTo>
                <a:lnTo>
                  <a:pt x="1331955" y="945103"/>
                </a:lnTo>
                <a:lnTo>
                  <a:pt x="1308333" y="913480"/>
                </a:lnTo>
                <a:lnTo>
                  <a:pt x="1296522" y="897668"/>
                </a:lnTo>
                <a:lnTo>
                  <a:pt x="1290616" y="889763"/>
                </a:lnTo>
                <a:cubicBezTo>
                  <a:pt x="1288616" y="887096"/>
                  <a:pt x="1286521" y="884619"/>
                  <a:pt x="1284425" y="882048"/>
                </a:cubicBezTo>
                <a:cubicBezTo>
                  <a:pt x="1155152" y="715722"/>
                  <a:pt x="1005666" y="566141"/>
                  <a:pt x="839417" y="436754"/>
                </a:cubicBezTo>
                <a:lnTo>
                  <a:pt x="831606" y="430563"/>
                </a:lnTo>
                <a:lnTo>
                  <a:pt x="823701" y="424657"/>
                </a:lnTo>
                <a:lnTo>
                  <a:pt x="807889" y="413227"/>
                </a:lnTo>
                <a:lnTo>
                  <a:pt x="776266" y="389605"/>
                </a:lnTo>
                <a:lnTo>
                  <a:pt x="768361" y="383699"/>
                </a:lnTo>
                <a:lnTo>
                  <a:pt x="760264" y="378080"/>
                </a:lnTo>
                <a:lnTo>
                  <a:pt x="744072" y="366840"/>
                </a:lnTo>
                <a:lnTo>
                  <a:pt x="711973" y="344076"/>
                </a:lnTo>
                <a:lnTo>
                  <a:pt x="703876" y="338456"/>
                </a:lnTo>
                <a:lnTo>
                  <a:pt x="695589" y="333027"/>
                </a:lnTo>
                <a:lnTo>
                  <a:pt x="679111" y="322359"/>
                </a:lnTo>
                <a:lnTo>
                  <a:pt x="645298" y="300832"/>
                </a:lnTo>
                <a:lnTo>
                  <a:pt x="637106" y="295403"/>
                </a:lnTo>
                <a:lnTo>
                  <a:pt x="628629" y="290259"/>
                </a:lnTo>
                <a:lnTo>
                  <a:pt x="611960" y="279877"/>
                </a:lnTo>
                <a:lnTo>
                  <a:pt x="578623" y="259493"/>
                </a:lnTo>
                <a:cubicBezTo>
                  <a:pt x="396971" y="152328"/>
                  <a:pt x="202566" y="68422"/>
                  <a:pt x="-21" y="974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7716644-1871-FFCE-8835-5C4AD54FE293}"/>
              </a:ext>
            </a:extLst>
          </p:cNvPr>
          <p:cNvSpPr/>
          <p:nvPr/>
        </p:nvSpPr>
        <p:spPr>
          <a:xfrm>
            <a:off x="1072357" y="4137118"/>
            <a:ext cx="1781157" cy="1780171"/>
          </a:xfrm>
          <a:custGeom>
            <a:avLst/>
            <a:gdLst>
              <a:gd name="csX0" fmla="*/ 1719241 w 1721548"/>
              <a:gd name="csY0" fmla="*/ 1720438 h 1720595"/>
              <a:gd name="csX1" fmla="*/ 1639136 w 1721548"/>
              <a:gd name="csY1" fmla="*/ 1710913 h 1720595"/>
              <a:gd name="csX2" fmla="*/ 1559793 w 1721548"/>
              <a:gd name="csY2" fmla="*/ 1696245 h 1720595"/>
              <a:gd name="csX3" fmla="*/ 1520359 w 1721548"/>
              <a:gd name="csY3" fmla="*/ 1687196 h 1720595"/>
              <a:gd name="csX4" fmla="*/ 1500643 w 1721548"/>
              <a:gd name="csY4" fmla="*/ 1682624 h 1720595"/>
              <a:gd name="csX5" fmla="*/ 1480926 w 1721548"/>
              <a:gd name="csY5" fmla="*/ 1677766 h 1720595"/>
              <a:gd name="csX6" fmla="*/ 1441873 w 1721548"/>
              <a:gd name="csY6" fmla="*/ 1666907 h 1720595"/>
              <a:gd name="csX7" fmla="*/ 1422347 w 1721548"/>
              <a:gd name="csY7" fmla="*/ 1661288 h 1720595"/>
              <a:gd name="csX8" fmla="*/ 1403297 w 1721548"/>
              <a:gd name="csY8" fmla="*/ 1655573 h 1720595"/>
              <a:gd name="csX9" fmla="*/ 1101164 w 1721548"/>
              <a:gd name="csY9" fmla="*/ 1532510 h 1720595"/>
              <a:gd name="csX10" fmla="*/ 822177 w 1721548"/>
              <a:gd name="csY10" fmla="*/ 1361060 h 1720595"/>
              <a:gd name="csX11" fmla="*/ 359452 w 1721548"/>
              <a:gd name="csY11" fmla="*/ 898240 h 1720595"/>
              <a:gd name="csX12" fmla="*/ 312399 w 1721548"/>
              <a:gd name="csY12" fmla="*/ 830993 h 1720595"/>
              <a:gd name="csX13" fmla="*/ 306684 w 1721548"/>
              <a:gd name="csY13" fmla="*/ 822612 h 1720595"/>
              <a:gd name="csX14" fmla="*/ 301064 w 1721548"/>
              <a:gd name="csY14" fmla="*/ 814611 h 1720595"/>
              <a:gd name="csX15" fmla="*/ 290015 w 1721548"/>
              <a:gd name="csY15" fmla="*/ 797275 h 1720595"/>
              <a:gd name="csX16" fmla="*/ 268108 w 1721548"/>
              <a:gd name="csY16" fmla="*/ 762699 h 1720595"/>
              <a:gd name="csX17" fmla="*/ 262583 w 1721548"/>
              <a:gd name="csY17" fmla="*/ 754032 h 1720595"/>
              <a:gd name="csX18" fmla="*/ 257439 w 1721548"/>
              <a:gd name="csY18" fmla="*/ 745174 h 1720595"/>
              <a:gd name="csX19" fmla="*/ 247152 w 1721548"/>
              <a:gd name="csY19" fmla="*/ 727457 h 1720595"/>
              <a:gd name="csX20" fmla="*/ 226674 w 1721548"/>
              <a:gd name="csY20" fmla="*/ 692024 h 1720595"/>
              <a:gd name="csX21" fmla="*/ 221625 w 1721548"/>
              <a:gd name="csY21" fmla="*/ 683166 h 1720595"/>
              <a:gd name="csX22" fmla="*/ 216768 w 1721548"/>
              <a:gd name="csY22" fmla="*/ 674117 h 1720595"/>
              <a:gd name="csX23" fmla="*/ 207243 w 1721548"/>
              <a:gd name="csY23" fmla="*/ 656019 h 1720595"/>
              <a:gd name="csX24" fmla="*/ 188193 w 1721548"/>
              <a:gd name="csY24" fmla="*/ 619920 h 1720595"/>
              <a:gd name="csX25" fmla="*/ 65511 w 1721548"/>
              <a:gd name="csY25" fmla="*/ 318358 h 1720595"/>
              <a:gd name="csX26" fmla="*/ 59700 w 1721548"/>
              <a:gd name="csY26" fmla="*/ 298832 h 1720595"/>
              <a:gd name="csX27" fmla="*/ 54176 w 1721548"/>
              <a:gd name="csY27" fmla="*/ 279782 h 1720595"/>
              <a:gd name="csX28" fmla="*/ 43222 w 1721548"/>
              <a:gd name="csY28" fmla="*/ 240825 h 1720595"/>
              <a:gd name="csX29" fmla="*/ 38460 w 1721548"/>
              <a:gd name="csY29" fmla="*/ 221108 h 1720595"/>
              <a:gd name="csX30" fmla="*/ 33697 w 1721548"/>
              <a:gd name="csY30" fmla="*/ 201486 h 1720595"/>
              <a:gd name="csX31" fmla="*/ 24744 w 1721548"/>
              <a:gd name="csY31" fmla="*/ 162053 h 1720595"/>
              <a:gd name="csX32" fmla="*/ 10075 w 1721548"/>
              <a:gd name="csY32" fmla="*/ 82614 h 1720595"/>
              <a:gd name="csX33" fmla="*/ -21 w 1721548"/>
              <a:gd name="csY33" fmla="*/ 2604 h 1720595"/>
              <a:gd name="csX34" fmla="*/ 9980 w 1721548"/>
              <a:gd name="csY34" fmla="*/ -158 h 1720595"/>
              <a:gd name="csX35" fmla="*/ 259630 w 1721548"/>
              <a:gd name="csY35" fmla="*/ 578295 h 1720595"/>
              <a:gd name="csX36" fmla="*/ 280204 w 1721548"/>
              <a:gd name="csY36" fmla="*/ 612014 h 1720595"/>
              <a:gd name="csX37" fmla="*/ 290491 w 1721548"/>
              <a:gd name="csY37" fmla="*/ 628873 h 1720595"/>
              <a:gd name="csX38" fmla="*/ 295635 w 1721548"/>
              <a:gd name="csY38" fmla="*/ 637255 h 1720595"/>
              <a:gd name="csX39" fmla="*/ 300969 w 1721548"/>
              <a:gd name="csY39" fmla="*/ 645542 h 1720595"/>
              <a:gd name="csX40" fmla="*/ 322495 w 1721548"/>
              <a:gd name="csY40" fmla="*/ 678499 h 1720595"/>
              <a:gd name="csX41" fmla="*/ 333258 w 1721548"/>
              <a:gd name="csY41" fmla="*/ 695072 h 1720595"/>
              <a:gd name="csX42" fmla="*/ 338688 w 1721548"/>
              <a:gd name="csY42" fmla="*/ 703263 h 1720595"/>
              <a:gd name="csX43" fmla="*/ 344308 w 1721548"/>
              <a:gd name="csY43" fmla="*/ 711359 h 1720595"/>
              <a:gd name="csX44" fmla="*/ 366787 w 1721548"/>
              <a:gd name="csY44" fmla="*/ 743745 h 1720595"/>
              <a:gd name="csX45" fmla="*/ 378121 w 1721548"/>
              <a:gd name="csY45" fmla="*/ 759937 h 1720595"/>
              <a:gd name="csX46" fmla="*/ 383741 w 1721548"/>
              <a:gd name="csY46" fmla="*/ 768033 h 1720595"/>
              <a:gd name="csX47" fmla="*/ 389647 w 1721548"/>
              <a:gd name="csY47" fmla="*/ 775939 h 1720595"/>
              <a:gd name="csX48" fmla="*/ 413173 w 1721548"/>
              <a:gd name="csY48" fmla="*/ 807658 h 1720595"/>
              <a:gd name="csX49" fmla="*/ 424889 w 1721548"/>
              <a:gd name="csY49" fmla="*/ 822517 h 1720595"/>
              <a:gd name="csX50" fmla="*/ 430795 w 1721548"/>
              <a:gd name="csY50" fmla="*/ 830422 h 1720595"/>
              <a:gd name="csX51" fmla="*/ 436986 w 1721548"/>
              <a:gd name="csY51" fmla="*/ 838137 h 1720595"/>
              <a:gd name="csX52" fmla="*/ 882089 w 1721548"/>
              <a:gd name="csY52" fmla="*/ 1283336 h 1720595"/>
              <a:gd name="csX53" fmla="*/ 889900 w 1721548"/>
              <a:gd name="csY53" fmla="*/ 1289527 h 1720595"/>
              <a:gd name="csX54" fmla="*/ 897805 w 1721548"/>
              <a:gd name="csY54" fmla="*/ 1295337 h 1720595"/>
              <a:gd name="csX55" fmla="*/ 913617 w 1721548"/>
              <a:gd name="csY55" fmla="*/ 1307149 h 1720595"/>
              <a:gd name="csX56" fmla="*/ 945240 w 1721548"/>
              <a:gd name="csY56" fmla="*/ 1330770 h 1720595"/>
              <a:gd name="csX57" fmla="*/ 953146 w 1721548"/>
              <a:gd name="csY57" fmla="*/ 1336581 h 1720595"/>
              <a:gd name="csX58" fmla="*/ 961242 w 1721548"/>
              <a:gd name="csY58" fmla="*/ 1342296 h 1720595"/>
              <a:gd name="csX59" fmla="*/ 977434 w 1721548"/>
              <a:gd name="csY59" fmla="*/ 1353535 h 1720595"/>
              <a:gd name="csX60" fmla="*/ 1009724 w 1721548"/>
              <a:gd name="csY60" fmla="*/ 1376205 h 1720595"/>
              <a:gd name="csX61" fmla="*/ 1017820 w 1721548"/>
              <a:gd name="csY61" fmla="*/ 1381824 h 1720595"/>
              <a:gd name="csX62" fmla="*/ 1026107 w 1721548"/>
              <a:gd name="csY62" fmla="*/ 1387254 h 1720595"/>
              <a:gd name="csX63" fmla="*/ 1042585 w 1721548"/>
              <a:gd name="csY63" fmla="*/ 1398017 h 1720595"/>
              <a:gd name="csX64" fmla="*/ 1075542 w 1721548"/>
              <a:gd name="csY64" fmla="*/ 1419448 h 1720595"/>
              <a:gd name="csX65" fmla="*/ 1083828 w 1721548"/>
              <a:gd name="csY65" fmla="*/ 1424877 h 1720595"/>
              <a:gd name="csX66" fmla="*/ 1092211 w 1721548"/>
              <a:gd name="csY66" fmla="*/ 1430021 h 1720595"/>
              <a:gd name="csX67" fmla="*/ 1109165 w 1721548"/>
              <a:gd name="csY67" fmla="*/ 1440308 h 1720595"/>
              <a:gd name="csX68" fmla="*/ 1142884 w 1721548"/>
              <a:gd name="csY68" fmla="*/ 1460787 h 1720595"/>
              <a:gd name="csX69" fmla="*/ 1721527 w 1721548"/>
              <a:gd name="csY69" fmla="*/ 1710532 h 17205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</a:cxnLst>
            <a:rect l="l" t="t" r="r" b="b"/>
            <a:pathLst>
              <a:path w="1721548" h="1720595">
                <a:moveTo>
                  <a:pt x="1719241" y="1720438"/>
                </a:moveTo>
                <a:cubicBezTo>
                  <a:pt x="1692571" y="1717771"/>
                  <a:pt x="1665901" y="1714247"/>
                  <a:pt x="1639136" y="1710913"/>
                </a:cubicBezTo>
                <a:cubicBezTo>
                  <a:pt x="1612371" y="1707579"/>
                  <a:pt x="1586177" y="1701388"/>
                  <a:pt x="1559793" y="1696245"/>
                </a:cubicBezTo>
                <a:cubicBezTo>
                  <a:pt x="1546648" y="1693292"/>
                  <a:pt x="1533409" y="1690435"/>
                  <a:pt x="1520359" y="1687196"/>
                </a:cubicBezTo>
                <a:lnTo>
                  <a:pt x="1500643" y="1682624"/>
                </a:lnTo>
                <a:cubicBezTo>
                  <a:pt x="1494070" y="1681005"/>
                  <a:pt x="1487403" y="1679576"/>
                  <a:pt x="1480926" y="1677766"/>
                </a:cubicBezTo>
                <a:cubicBezTo>
                  <a:pt x="1467877" y="1674337"/>
                  <a:pt x="1454923" y="1670527"/>
                  <a:pt x="1441873" y="1666907"/>
                </a:cubicBezTo>
                <a:lnTo>
                  <a:pt x="1422347" y="1661288"/>
                </a:lnTo>
                <a:cubicBezTo>
                  <a:pt x="1415870" y="1659478"/>
                  <a:pt x="1409298" y="1657669"/>
                  <a:pt x="1403297" y="1655573"/>
                </a:cubicBezTo>
                <a:cubicBezTo>
                  <a:pt x="1299284" y="1623169"/>
                  <a:pt x="1198214" y="1582002"/>
                  <a:pt x="1101164" y="1532510"/>
                </a:cubicBezTo>
                <a:cubicBezTo>
                  <a:pt x="1003676" y="1483018"/>
                  <a:pt x="910369" y="1425677"/>
                  <a:pt x="822177" y="1361060"/>
                </a:cubicBezTo>
                <a:cubicBezTo>
                  <a:pt x="644974" y="1231596"/>
                  <a:pt x="488883" y="1075472"/>
                  <a:pt x="359452" y="898240"/>
                </a:cubicBezTo>
                <a:cubicBezTo>
                  <a:pt x="343260" y="876237"/>
                  <a:pt x="328020" y="853473"/>
                  <a:pt x="312399" y="830993"/>
                </a:cubicBezTo>
                <a:lnTo>
                  <a:pt x="306684" y="822612"/>
                </a:lnTo>
                <a:lnTo>
                  <a:pt x="301064" y="814611"/>
                </a:lnTo>
                <a:lnTo>
                  <a:pt x="290015" y="797275"/>
                </a:lnTo>
                <a:lnTo>
                  <a:pt x="268108" y="762699"/>
                </a:lnTo>
                <a:lnTo>
                  <a:pt x="262583" y="754032"/>
                </a:lnTo>
                <a:lnTo>
                  <a:pt x="257439" y="745174"/>
                </a:lnTo>
                <a:lnTo>
                  <a:pt x="247152" y="727457"/>
                </a:lnTo>
                <a:cubicBezTo>
                  <a:pt x="240295" y="715646"/>
                  <a:pt x="233341" y="703930"/>
                  <a:pt x="226674" y="692024"/>
                </a:cubicBezTo>
                <a:lnTo>
                  <a:pt x="221625" y="683166"/>
                </a:lnTo>
                <a:cubicBezTo>
                  <a:pt x="219911" y="680213"/>
                  <a:pt x="218387" y="677165"/>
                  <a:pt x="216768" y="674117"/>
                </a:cubicBezTo>
                <a:lnTo>
                  <a:pt x="207243" y="656019"/>
                </a:lnTo>
                <a:lnTo>
                  <a:pt x="188193" y="619920"/>
                </a:lnTo>
                <a:cubicBezTo>
                  <a:pt x="138877" y="523031"/>
                  <a:pt x="97837" y="422152"/>
                  <a:pt x="65511" y="318358"/>
                </a:cubicBezTo>
                <a:cubicBezTo>
                  <a:pt x="63415" y="311976"/>
                  <a:pt x="61605" y="305404"/>
                  <a:pt x="59700" y="298832"/>
                </a:cubicBezTo>
                <a:lnTo>
                  <a:pt x="54176" y="279782"/>
                </a:lnTo>
                <a:cubicBezTo>
                  <a:pt x="50461" y="266828"/>
                  <a:pt x="46746" y="253874"/>
                  <a:pt x="43222" y="240825"/>
                </a:cubicBezTo>
                <a:cubicBezTo>
                  <a:pt x="41412" y="234348"/>
                  <a:pt x="39984" y="227680"/>
                  <a:pt x="38460" y="221108"/>
                </a:cubicBezTo>
                <a:lnTo>
                  <a:pt x="33697" y="201486"/>
                </a:lnTo>
                <a:cubicBezTo>
                  <a:pt x="30554" y="188342"/>
                  <a:pt x="27696" y="175197"/>
                  <a:pt x="24744" y="162053"/>
                </a:cubicBezTo>
                <a:cubicBezTo>
                  <a:pt x="19314" y="135669"/>
                  <a:pt x="15219" y="109094"/>
                  <a:pt x="10075" y="82614"/>
                </a:cubicBezTo>
                <a:cubicBezTo>
                  <a:pt x="4932" y="56135"/>
                  <a:pt x="2741" y="29274"/>
                  <a:pt x="-21" y="2604"/>
                </a:cubicBezTo>
                <a:lnTo>
                  <a:pt x="9980" y="-158"/>
                </a:lnTo>
                <a:cubicBezTo>
                  <a:pt x="68680" y="202343"/>
                  <a:pt x="152551" y="396673"/>
                  <a:pt x="259630" y="578295"/>
                </a:cubicBezTo>
                <a:lnTo>
                  <a:pt x="280204" y="612014"/>
                </a:lnTo>
                <a:lnTo>
                  <a:pt x="290491" y="628873"/>
                </a:lnTo>
                <a:cubicBezTo>
                  <a:pt x="292206" y="631731"/>
                  <a:pt x="293825" y="634493"/>
                  <a:pt x="295635" y="637255"/>
                </a:cubicBezTo>
                <a:lnTo>
                  <a:pt x="300969" y="645542"/>
                </a:lnTo>
                <a:lnTo>
                  <a:pt x="322495" y="678499"/>
                </a:lnTo>
                <a:lnTo>
                  <a:pt x="333258" y="695072"/>
                </a:lnTo>
                <a:lnTo>
                  <a:pt x="338688" y="703263"/>
                </a:lnTo>
                <a:lnTo>
                  <a:pt x="344308" y="711359"/>
                </a:lnTo>
                <a:lnTo>
                  <a:pt x="366787" y="743745"/>
                </a:lnTo>
                <a:lnTo>
                  <a:pt x="378121" y="759937"/>
                </a:lnTo>
                <a:lnTo>
                  <a:pt x="383741" y="768033"/>
                </a:lnTo>
                <a:lnTo>
                  <a:pt x="389647" y="775939"/>
                </a:lnTo>
                <a:lnTo>
                  <a:pt x="413173" y="807658"/>
                </a:lnTo>
                <a:lnTo>
                  <a:pt x="424889" y="822517"/>
                </a:lnTo>
                <a:lnTo>
                  <a:pt x="430795" y="830422"/>
                </a:lnTo>
                <a:lnTo>
                  <a:pt x="436986" y="838137"/>
                </a:lnTo>
                <a:cubicBezTo>
                  <a:pt x="566302" y="1004435"/>
                  <a:pt x="715821" y="1153986"/>
                  <a:pt x="882089" y="1283336"/>
                </a:cubicBezTo>
                <a:lnTo>
                  <a:pt x="889900" y="1289527"/>
                </a:lnTo>
                <a:lnTo>
                  <a:pt x="897805" y="1295337"/>
                </a:lnTo>
                <a:lnTo>
                  <a:pt x="913617" y="1307149"/>
                </a:lnTo>
                <a:lnTo>
                  <a:pt x="945240" y="1330770"/>
                </a:lnTo>
                <a:lnTo>
                  <a:pt x="953146" y="1336581"/>
                </a:lnTo>
                <a:lnTo>
                  <a:pt x="961242" y="1342296"/>
                </a:lnTo>
                <a:lnTo>
                  <a:pt x="977434" y="1353535"/>
                </a:lnTo>
                <a:lnTo>
                  <a:pt x="1009724" y="1376205"/>
                </a:lnTo>
                <a:lnTo>
                  <a:pt x="1017820" y="1381824"/>
                </a:lnTo>
                <a:lnTo>
                  <a:pt x="1026107" y="1387254"/>
                </a:lnTo>
                <a:lnTo>
                  <a:pt x="1042585" y="1398017"/>
                </a:lnTo>
                <a:lnTo>
                  <a:pt x="1075542" y="1419448"/>
                </a:lnTo>
                <a:lnTo>
                  <a:pt x="1083828" y="1424877"/>
                </a:lnTo>
                <a:lnTo>
                  <a:pt x="1092211" y="1430021"/>
                </a:lnTo>
                <a:lnTo>
                  <a:pt x="1109165" y="1440308"/>
                </a:lnTo>
                <a:lnTo>
                  <a:pt x="1142884" y="1460787"/>
                </a:lnTo>
                <a:cubicBezTo>
                  <a:pt x="1324535" y="1567952"/>
                  <a:pt x="1518940" y="1651858"/>
                  <a:pt x="1721527" y="1710532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9885292-ECD6-B0B2-E797-65F062A46695}"/>
              </a:ext>
            </a:extLst>
          </p:cNvPr>
          <p:cNvSpPr/>
          <p:nvPr/>
        </p:nvSpPr>
        <p:spPr>
          <a:xfrm>
            <a:off x="4548739" y="2760697"/>
            <a:ext cx="1801261" cy="2713511"/>
          </a:xfrm>
          <a:custGeom>
            <a:avLst/>
            <a:gdLst>
              <a:gd name="csX0" fmla="*/ 1740958 w 1740979"/>
              <a:gd name="csY0" fmla="*/ 1200849 h 2622699"/>
              <a:gd name="csX1" fmla="*/ 316771 w 1740979"/>
              <a:gd name="csY1" fmla="*/ 2622541 h 2622699"/>
              <a:gd name="csX2" fmla="*/ -21 w 1740979"/>
              <a:gd name="csY2" fmla="*/ 2586546 h 2622699"/>
              <a:gd name="csX3" fmla="*/ 1080304 w 1740979"/>
              <a:gd name="csY3" fmla="*/ -158 h 2622699"/>
              <a:gd name="csX4" fmla="*/ 1740958 w 1740979"/>
              <a:gd name="csY4" fmla="*/ 1200849 h 2622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40979" h="2622699">
                <a:moveTo>
                  <a:pt x="1740958" y="1200849"/>
                </a:moveTo>
                <a:cubicBezTo>
                  <a:pt x="1740272" y="1986719"/>
                  <a:pt x="1102641" y="2623227"/>
                  <a:pt x="316771" y="2622541"/>
                </a:cubicBezTo>
                <a:cubicBezTo>
                  <a:pt x="210157" y="2622446"/>
                  <a:pt x="103897" y="2610378"/>
                  <a:pt x="-21" y="2586546"/>
                </a:cubicBezTo>
                <a:cubicBezTo>
                  <a:pt x="947326" y="2107420"/>
                  <a:pt x="1405478" y="1010435"/>
                  <a:pt x="1080304" y="-158"/>
                </a:cubicBezTo>
                <a:cubicBezTo>
                  <a:pt x="1491880" y="260427"/>
                  <a:pt x="1741225" y="713722"/>
                  <a:pt x="1740958" y="120084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F999512-17A5-8C94-7EB5-E32FFDC2BA24}"/>
              </a:ext>
            </a:extLst>
          </p:cNvPr>
          <p:cNvSpPr/>
          <p:nvPr/>
        </p:nvSpPr>
        <p:spPr>
          <a:xfrm>
            <a:off x="1232970" y="1134751"/>
            <a:ext cx="4626242" cy="4626245"/>
          </a:xfrm>
          <a:custGeom>
            <a:avLst/>
            <a:gdLst>
              <a:gd name="csX0" fmla="*/ 2233707 w 4471417"/>
              <a:gd name="csY0" fmla="*/ 4471259 h 4471420"/>
              <a:gd name="csX1" fmla="*/ -20 w 4471417"/>
              <a:gd name="csY1" fmla="*/ 2233570 h 4471420"/>
              <a:gd name="csX2" fmla="*/ 2237669 w 4471417"/>
              <a:gd name="csY2" fmla="*/ -157 h 4471420"/>
              <a:gd name="csX3" fmla="*/ 4471396 w 4471417"/>
              <a:gd name="csY3" fmla="*/ 2237532 h 4471420"/>
              <a:gd name="csX4" fmla="*/ 3104768 w 4471417"/>
              <a:gd name="csY4" fmla="*/ 4295428 h 4471420"/>
              <a:gd name="csX5" fmla="*/ 2233707 w 4471417"/>
              <a:gd name="csY5" fmla="*/ 4471259 h 4471420"/>
              <a:gd name="csX6" fmla="*/ 2233707 w 4471417"/>
              <a:gd name="csY6" fmla="*/ 161577 h 4471420"/>
              <a:gd name="csX7" fmla="*/ 160971 w 4471417"/>
              <a:gd name="csY7" fmla="*/ 2233932 h 4471420"/>
              <a:gd name="csX8" fmla="*/ 2233707 w 4471417"/>
              <a:gd name="csY8" fmla="*/ 4306286 h 4471420"/>
              <a:gd name="csX9" fmla="*/ 4306347 w 4471417"/>
              <a:gd name="csY9" fmla="*/ 2233932 h 4471420"/>
              <a:gd name="csX10" fmla="*/ 2233707 w 4471417"/>
              <a:gd name="csY10" fmla="*/ 161577 h 4471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4471417" h="4471420">
                <a:moveTo>
                  <a:pt x="2233707" y="4471259"/>
                </a:moveTo>
                <a:cubicBezTo>
                  <a:pt x="998962" y="4470164"/>
                  <a:pt x="-1114" y="3468314"/>
                  <a:pt x="-20" y="2233570"/>
                </a:cubicBezTo>
                <a:cubicBezTo>
                  <a:pt x="1072" y="998825"/>
                  <a:pt x="1002915" y="-1252"/>
                  <a:pt x="2237669" y="-157"/>
                </a:cubicBezTo>
                <a:cubicBezTo>
                  <a:pt x="3472414" y="938"/>
                  <a:pt x="4472491" y="1002787"/>
                  <a:pt x="4471396" y="2237532"/>
                </a:cubicBezTo>
                <a:cubicBezTo>
                  <a:pt x="4470596" y="3135740"/>
                  <a:pt x="3932338" y="3946269"/>
                  <a:pt x="3104768" y="4295428"/>
                </a:cubicBezTo>
                <a:cubicBezTo>
                  <a:pt x="2829200" y="4412032"/>
                  <a:pt x="2532934" y="4471831"/>
                  <a:pt x="2233707" y="4471259"/>
                </a:cubicBezTo>
                <a:close/>
                <a:moveTo>
                  <a:pt x="2233707" y="161577"/>
                </a:moveTo>
                <a:cubicBezTo>
                  <a:pt x="1090706" y="161577"/>
                  <a:pt x="160971" y="1091218"/>
                  <a:pt x="160971" y="2233932"/>
                </a:cubicBezTo>
                <a:cubicBezTo>
                  <a:pt x="160971" y="3376646"/>
                  <a:pt x="1090802" y="4306286"/>
                  <a:pt x="2233707" y="4306286"/>
                </a:cubicBezTo>
                <a:cubicBezTo>
                  <a:pt x="3376611" y="4306286"/>
                  <a:pt x="4306347" y="3376646"/>
                  <a:pt x="4306347" y="2233932"/>
                </a:cubicBezTo>
                <a:cubicBezTo>
                  <a:pt x="4306347" y="1091218"/>
                  <a:pt x="3376611" y="161577"/>
                  <a:pt x="2233707" y="161577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3B6F83-ABBB-2BE2-A81D-9FF2F1576033}"/>
              </a:ext>
            </a:extLst>
          </p:cNvPr>
          <p:cNvSpPr txBox="1"/>
          <p:nvPr/>
        </p:nvSpPr>
        <p:spPr>
          <a:xfrm>
            <a:off x="6870700" y="1353723"/>
            <a:ext cx="4626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Recommendations</a:t>
            </a:r>
            <a:endParaRPr lang="en-IN" sz="4000" b="1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1" name="Group 5">
            <a:extLst>
              <a:ext uri="{FF2B5EF4-FFF2-40B4-BE49-F238E27FC236}">
                <a16:creationId xmlns:a16="http://schemas.microsoft.com/office/drawing/2014/main" id="{627920DE-AD34-E704-8C70-1CC126407A64}"/>
              </a:ext>
            </a:extLst>
          </p:cNvPr>
          <p:cNvGrpSpPr/>
          <p:nvPr/>
        </p:nvGrpSpPr>
        <p:grpSpPr>
          <a:xfrm>
            <a:off x="1348956" y="1286300"/>
            <a:ext cx="4347061" cy="4347061"/>
            <a:chOff x="0" y="0"/>
            <a:chExt cx="812800" cy="812800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6BB61B34-0B90-5CCB-96CB-A840FA7C572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4931" r="-3488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6857D33-5A21-606D-B7C4-A08B7CC82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4368" y="2105793"/>
            <a:ext cx="540774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high-demand film categories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customer engagement strategies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services in high-performing regions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pricing based on rental demand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data-driven decision making for inventory planning </a:t>
            </a:r>
          </a:p>
        </p:txBody>
      </p:sp>
    </p:spTree>
    <p:extLst>
      <p:ext uri="{BB962C8B-B14F-4D97-AF65-F5344CB8AC3E}">
        <p14:creationId xmlns:p14="http://schemas.microsoft.com/office/powerpoint/2010/main" val="2782501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7C993A8-9BF3-E864-2543-B19EB39F8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8" y="383458"/>
            <a:ext cx="11523407" cy="600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326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"/>
          <p:cNvGrpSpPr/>
          <p:nvPr/>
        </p:nvGrpSpPr>
        <p:grpSpPr>
          <a:xfrm>
            <a:off x="6896494" y="1371327"/>
            <a:ext cx="3909199" cy="3909199"/>
            <a:chOff x="0" y="0"/>
            <a:chExt cx="812800" cy="812800"/>
          </a:xfrm>
        </p:grpSpPr>
        <p:sp>
          <p:nvSpPr>
            <p:cNvPr id="47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4566" r="-3456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3C4267C-CCDE-1A38-BFE5-7B44A1E550B4}"/>
              </a:ext>
            </a:extLst>
          </p:cNvPr>
          <p:cNvSpPr/>
          <p:nvPr/>
        </p:nvSpPr>
        <p:spPr>
          <a:xfrm>
            <a:off x="8094787" y="592051"/>
            <a:ext cx="2204327" cy="1328648"/>
          </a:xfrm>
          <a:custGeom>
            <a:avLst/>
            <a:gdLst>
              <a:gd name="csX0" fmla="*/ 462194 w 2085237"/>
              <a:gd name="csY0" fmla="*/ 166397 h 1256867"/>
              <a:gd name="csX1" fmla="*/ 42 w 2085237"/>
              <a:gd name="csY1" fmla="*/ 833147 h 1256867"/>
              <a:gd name="csX2" fmla="*/ 2065443 w 2085237"/>
              <a:gd name="csY2" fmla="*/ 1256819 h 1256867"/>
              <a:gd name="csX3" fmla="*/ 1233301 w 2085237"/>
              <a:gd name="csY3" fmla="*/ 19592 h 1256867"/>
              <a:gd name="csX4" fmla="*/ 462194 w 2085237"/>
              <a:gd name="csY4" fmla="*/ 166397 h 1256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085237" h="1256867">
                <a:moveTo>
                  <a:pt x="462194" y="166397"/>
                </a:moveTo>
                <a:cubicBezTo>
                  <a:pt x="225136" y="317864"/>
                  <a:pt x="58677" y="558017"/>
                  <a:pt x="42" y="833147"/>
                </a:cubicBezTo>
                <a:cubicBezTo>
                  <a:pt x="710778" y="543111"/>
                  <a:pt x="1526280" y="710398"/>
                  <a:pt x="2065443" y="1256819"/>
                </a:cubicBezTo>
                <a:cubicBezTo>
                  <a:pt x="2177304" y="685376"/>
                  <a:pt x="1804743" y="131450"/>
                  <a:pt x="1233301" y="19592"/>
                </a:cubicBezTo>
                <a:cubicBezTo>
                  <a:pt x="966953" y="-32546"/>
                  <a:pt x="690756" y="20037"/>
                  <a:pt x="462194" y="166397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9970315-0BD4-E93C-2FDC-0778DE67E48E}"/>
              </a:ext>
            </a:extLst>
          </p:cNvPr>
          <p:cNvSpPr/>
          <p:nvPr/>
        </p:nvSpPr>
        <p:spPr>
          <a:xfrm>
            <a:off x="10051776" y="5185391"/>
            <a:ext cx="167649" cy="167771"/>
          </a:xfrm>
          <a:custGeom>
            <a:avLst/>
            <a:gdLst>
              <a:gd name="csX0" fmla="*/ 122455 w 158592"/>
              <a:gd name="csY0" fmla="*/ 145945 h 158707"/>
              <a:gd name="csX1" fmla="*/ 12755 w 158592"/>
              <a:gd name="csY1" fmla="*/ 122371 h 158707"/>
              <a:gd name="csX2" fmla="*/ 36330 w 158592"/>
              <a:gd name="csY2" fmla="*/ 12662 h 158707"/>
              <a:gd name="csX3" fmla="*/ 146029 w 158592"/>
              <a:gd name="csY3" fmla="*/ 36246 h 158707"/>
              <a:gd name="csX4" fmla="*/ 146077 w 158592"/>
              <a:gd name="csY4" fmla="*/ 36312 h 158707"/>
              <a:gd name="csX5" fmla="*/ 122102 w 158592"/>
              <a:gd name="csY5" fmla="*/ 145926 h 158707"/>
              <a:gd name="csX6" fmla="*/ 122074 w 158592"/>
              <a:gd name="csY6" fmla="*/ 145945 h 1587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58592" h="158707">
                <a:moveTo>
                  <a:pt x="122455" y="145945"/>
                </a:moveTo>
                <a:cubicBezTo>
                  <a:pt x="85650" y="169729"/>
                  <a:pt x="36539" y="159175"/>
                  <a:pt x="12755" y="122371"/>
                </a:cubicBezTo>
                <a:cubicBezTo>
                  <a:pt x="-11029" y="85566"/>
                  <a:pt x="-475" y="36446"/>
                  <a:pt x="36330" y="12662"/>
                </a:cubicBezTo>
                <a:cubicBezTo>
                  <a:pt x="73134" y="-11122"/>
                  <a:pt x="122245" y="-559"/>
                  <a:pt x="146029" y="36246"/>
                </a:cubicBezTo>
                <a:cubicBezTo>
                  <a:pt x="146048" y="36265"/>
                  <a:pt x="146057" y="36284"/>
                  <a:pt x="146077" y="36312"/>
                </a:cubicBezTo>
                <a:cubicBezTo>
                  <a:pt x="169727" y="73203"/>
                  <a:pt x="158992" y="122276"/>
                  <a:pt x="122102" y="145926"/>
                </a:cubicBezTo>
                <a:cubicBezTo>
                  <a:pt x="122093" y="145936"/>
                  <a:pt x="122083" y="145936"/>
                  <a:pt x="122074" y="14594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4B4BEC9-CACF-73C8-16A5-A59CDE60C86A}"/>
              </a:ext>
            </a:extLst>
          </p:cNvPr>
          <p:cNvSpPr/>
          <p:nvPr/>
        </p:nvSpPr>
        <p:spPr>
          <a:xfrm>
            <a:off x="10610683" y="1716644"/>
            <a:ext cx="167734" cy="167769"/>
          </a:xfrm>
          <a:custGeom>
            <a:avLst/>
            <a:gdLst>
              <a:gd name="csX0" fmla="*/ 122190 w 158672"/>
              <a:gd name="csY0" fmla="*/ 146119 h 158705"/>
              <a:gd name="csX1" fmla="*/ 12586 w 158672"/>
              <a:gd name="csY1" fmla="*/ 122096 h 158705"/>
              <a:gd name="csX2" fmla="*/ 36598 w 158672"/>
              <a:gd name="csY2" fmla="*/ 12492 h 158705"/>
              <a:gd name="csX3" fmla="*/ 146194 w 158672"/>
              <a:gd name="csY3" fmla="*/ 36486 h 158705"/>
              <a:gd name="csX4" fmla="*/ 122190 w 158672"/>
              <a:gd name="csY4" fmla="*/ 146119 h 158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8672" h="158705">
                <a:moveTo>
                  <a:pt x="122190" y="146119"/>
                </a:moveTo>
                <a:cubicBezTo>
                  <a:pt x="85290" y="169750"/>
                  <a:pt x="36218" y="158996"/>
                  <a:pt x="12586" y="122096"/>
                </a:cubicBezTo>
                <a:cubicBezTo>
                  <a:pt x="-11055" y="85197"/>
                  <a:pt x="-301" y="36124"/>
                  <a:pt x="36598" y="12492"/>
                </a:cubicBezTo>
                <a:cubicBezTo>
                  <a:pt x="73489" y="-11139"/>
                  <a:pt x="122553" y="-395"/>
                  <a:pt x="146194" y="36486"/>
                </a:cubicBezTo>
                <a:cubicBezTo>
                  <a:pt x="169796" y="73395"/>
                  <a:pt x="159052" y="122449"/>
                  <a:pt x="122190" y="14611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1364AB61-4984-9350-D954-9745FF771A27}"/>
              </a:ext>
            </a:extLst>
          </p:cNvPr>
          <p:cNvSpPr/>
          <p:nvPr/>
        </p:nvSpPr>
        <p:spPr>
          <a:xfrm>
            <a:off x="10564104" y="2651405"/>
            <a:ext cx="662696" cy="2205610"/>
          </a:xfrm>
          <a:custGeom>
            <a:avLst/>
            <a:gdLst>
              <a:gd name="csX0" fmla="*/ 464290 w 626894"/>
              <a:gd name="csY0" fmla="*/ -49 h 2086451"/>
              <a:gd name="csX1" fmla="*/ 494865 w 626894"/>
              <a:gd name="csY1" fmla="*/ 63864 h 2086451"/>
              <a:gd name="csX2" fmla="*/ 521726 w 626894"/>
              <a:gd name="csY2" fmla="*/ 129586 h 2086451"/>
              <a:gd name="csX3" fmla="*/ 533728 w 626894"/>
              <a:gd name="csY3" fmla="*/ 163019 h 2086451"/>
              <a:gd name="csX4" fmla="*/ 539633 w 626894"/>
              <a:gd name="csY4" fmla="*/ 179783 h 2086451"/>
              <a:gd name="csX5" fmla="*/ 545348 w 626894"/>
              <a:gd name="csY5" fmla="*/ 196642 h 2086451"/>
              <a:gd name="csX6" fmla="*/ 555826 w 626894"/>
              <a:gd name="csY6" fmla="*/ 230647 h 2086451"/>
              <a:gd name="csX7" fmla="*/ 560969 w 626894"/>
              <a:gd name="csY7" fmla="*/ 247792 h 2086451"/>
              <a:gd name="csX8" fmla="*/ 565922 w 626894"/>
              <a:gd name="csY8" fmla="*/ 264937 h 2086451"/>
              <a:gd name="csX9" fmla="*/ 618024 w 626894"/>
              <a:gd name="csY9" fmla="*/ 546210 h 2086451"/>
              <a:gd name="csX10" fmla="*/ 623548 w 626894"/>
              <a:gd name="csY10" fmla="*/ 833865 h 2086451"/>
              <a:gd name="csX11" fmla="*/ 500295 w 626894"/>
              <a:gd name="csY11" fmla="*/ 1395840 h 2086451"/>
              <a:gd name="csX12" fmla="*/ 472863 w 626894"/>
              <a:gd name="csY12" fmla="*/ 1462515 h 2086451"/>
              <a:gd name="csX13" fmla="*/ 469338 w 626894"/>
              <a:gd name="csY13" fmla="*/ 1470801 h 2086451"/>
              <a:gd name="csX14" fmla="*/ 465624 w 626894"/>
              <a:gd name="csY14" fmla="*/ 1478993 h 2086451"/>
              <a:gd name="csX15" fmla="*/ 458004 w 626894"/>
              <a:gd name="csY15" fmla="*/ 1495376 h 2086451"/>
              <a:gd name="csX16" fmla="*/ 442478 w 626894"/>
              <a:gd name="csY16" fmla="*/ 1527666 h 2086451"/>
              <a:gd name="csX17" fmla="*/ 438668 w 626894"/>
              <a:gd name="csY17" fmla="*/ 1535857 h 2086451"/>
              <a:gd name="csX18" fmla="*/ 434572 w 626894"/>
              <a:gd name="csY18" fmla="*/ 1543858 h 2086451"/>
              <a:gd name="csX19" fmla="*/ 426381 w 626894"/>
              <a:gd name="csY19" fmla="*/ 1559860 h 2086451"/>
              <a:gd name="csX20" fmla="*/ 409807 w 626894"/>
              <a:gd name="csY20" fmla="*/ 1591769 h 2086451"/>
              <a:gd name="csX21" fmla="*/ 405616 w 626894"/>
              <a:gd name="csY21" fmla="*/ 1599770 h 2086451"/>
              <a:gd name="csX22" fmla="*/ 401234 w 626894"/>
              <a:gd name="csY22" fmla="*/ 1607581 h 2086451"/>
              <a:gd name="csX23" fmla="*/ 392376 w 626894"/>
              <a:gd name="csY23" fmla="*/ 1623297 h 2086451"/>
              <a:gd name="csX24" fmla="*/ 374660 w 626894"/>
              <a:gd name="csY24" fmla="*/ 1654539 h 2086451"/>
              <a:gd name="csX25" fmla="*/ 209782 w 626894"/>
              <a:gd name="csY25" fmla="*/ 1888092 h 2086451"/>
              <a:gd name="csX26" fmla="*/ 198067 w 626894"/>
              <a:gd name="csY26" fmla="*/ 1901617 h 2086451"/>
              <a:gd name="csX27" fmla="*/ 186255 w 626894"/>
              <a:gd name="csY27" fmla="*/ 1914952 h 2086451"/>
              <a:gd name="csX28" fmla="*/ 162538 w 626894"/>
              <a:gd name="csY28" fmla="*/ 1941527 h 2086451"/>
              <a:gd name="csX29" fmla="*/ 150346 w 626894"/>
              <a:gd name="csY29" fmla="*/ 1954481 h 2086451"/>
              <a:gd name="csX30" fmla="*/ 137964 w 626894"/>
              <a:gd name="csY30" fmla="*/ 1967245 h 2086451"/>
              <a:gd name="csX31" fmla="*/ 113103 w 626894"/>
              <a:gd name="csY31" fmla="*/ 1992581 h 2086451"/>
              <a:gd name="csX32" fmla="*/ 61287 w 626894"/>
              <a:gd name="csY32" fmla="*/ 2041063 h 2086451"/>
              <a:gd name="csX33" fmla="*/ 6804 w 626894"/>
              <a:gd name="csY33" fmla="*/ 2086402 h 2086451"/>
              <a:gd name="csX34" fmla="*/ 42 w 626894"/>
              <a:gd name="csY34" fmla="*/ 2080401 h 2086451"/>
              <a:gd name="csX35" fmla="*/ 309795 w 626894"/>
              <a:gd name="csY35" fmla="*/ 1621392 h 2086451"/>
              <a:gd name="csX36" fmla="*/ 325034 w 626894"/>
              <a:gd name="csY36" fmla="*/ 1590245 h 2086451"/>
              <a:gd name="csX37" fmla="*/ 332654 w 626894"/>
              <a:gd name="csY37" fmla="*/ 1574624 h 2086451"/>
              <a:gd name="csX38" fmla="*/ 336369 w 626894"/>
              <a:gd name="csY38" fmla="*/ 1566814 h 2086451"/>
              <a:gd name="csX39" fmla="*/ 339989 w 626894"/>
              <a:gd name="csY39" fmla="*/ 1558908 h 2086451"/>
              <a:gd name="csX40" fmla="*/ 354181 w 626894"/>
              <a:gd name="csY40" fmla="*/ 1527380 h 2086451"/>
              <a:gd name="csX41" fmla="*/ 361325 w 626894"/>
              <a:gd name="csY41" fmla="*/ 1511568 h 2086451"/>
              <a:gd name="csX42" fmla="*/ 364849 w 626894"/>
              <a:gd name="csY42" fmla="*/ 1503663 h 2086451"/>
              <a:gd name="csX43" fmla="*/ 368183 w 626894"/>
              <a:gd name="csY43" fmla="*/ 1495662 h 2086451"/>
              <a:gd name="csX44" fmla="*/ 381423 w 626894"/>
              <a:gd name="csY44" fmla="*/ 1463658 h 2086451"/>
              <a:gd name="csX45" fmla="*/ 388090 w 626894"/>
              <a:gd name="csY45" fmla="*/ 1447656 h 2086451"/>
              <a:gd name="csX46" fmla="*/ 391424 w 626894"/>
              <a:gd name="csY46" fmla="*/ 1439655 h 2086451"/>
              <a:gd name="csX47" fmla="*/ 394472 w 626894"/>
              <a:gd name="csY47" fmla="*/ 1431559 h 2086451"/>
              <a:gd name="csX48" fmla="*/ 406759 w 626894"/>
              <a:gd name="csY48" fmla="*/ 1399078 h 2086451"/>
              <a:gd name="csX49" fmla="*/ 412855 w 626894"/>
              <a:gd name="csY49" fmla="*/ 1382886 h 2086451"/>
              <a:gd name="csX50" fmla="*/ 415903 w 626894"/>
              <a:gd name="csY50" fmla="*/ 1374790 h 2086451"/>
              <a:gd name="csX51" fmla="*/ 418665 w 626894"/>
              <a:gd name="csY51" fmla="*/ 1366503 h 2086451"/>
              <a:gd name="csX52" fmla="*/ 537728 w 626894"/>
              <a:gd name="csY52" fmla="*/ 826150 h 2086451"/>
              <a:gd name="csX53" fmla="*/ 538680 w 626894"/>
              <a:gd name="csY53" fmla="*/ 817482 h 2086451"/>
              <a:gd name="csX54" fmla="*/ 539252 w 626894"/>
              <a:gd name="csY54" fmla="*/ 808814 h 2086451"/>
              <a:gd name="csX55" fmla="*/ 540490 w 626894"/>
              <a:gd name="csY55" fmla="*/ 791574 h 2086451"/>
              <a:gd name="csX56" fmla="*/ 542967 w 626894"/>
              <a:gd name="csY56" fmla="*/ 756998 h 2086451"/>
              <a:gd name="csX57" fmla="*/ 543538 w 626894"/>
              <a:gd name="csY57" fmla="*/ 748330 h 2086451"/>
              <a:gd name="csX58" fmla="*/ 543538 w 626894"/>
              <a:gd name="csY58" fmla="*/ 739663 h 2086451"/>
              <a:gd name="csX59" fmla="*/ 544205 w 626894"/>
              <a:gd name="csY59" fmla="*/ 722327 h 2086451"/>
              <a:gd name="csX60" fmla="*/ 545538 w 626894"/>
              <a:gd name="csY60" fmla="*/ 687656 h 2086451"/>
              <a:gd name="csX61" fmla="*/ 545538 w 626894"/>
              <a:gd name="csY61" fmla="*/ 678988 h 2086451"/>
              <a:gd name="csX62" fmla="*/ 545538 w 626894"/>
              <a:gd name="csY62" fmla="*/ 670321 h 2086451"/>
              <a:gd name="csX63" fmla="*/ 545538 w 626894"/>
              <a:gd name="csY63" fmla="*/ 653080 h 2086451"/>
              <a:gd name="csX64" fmla="*/ 545538 w 626894"/>
              <a:gd name="csY64" fmla="*/ 618409 h 2086451"/>
              <a:gd name="csX65" fmla="*/ 545538 w 626894"/>
              <a:gd name="csY65" fmla="*/ 609742 h 2086451"/>
              <a:gd name="csX66" fmla="*/ 545538 w 626894"/>
              <a:gd name="csY66" fmla="*/ 601074 h 2086451"/>
              <a:gd name="csX67" fmla="*/ 545538 w 626894"/>
              <a:gd name="csY67" fmla="*/ 583643 h 2086451"/>
              <a:gd name="csX68" fmla="*/ 544872 w 626894"/>
              <a:gd name="csY68" fmla="*/ 548972 h 2086451"/>
              <a:gd name="csX69" fmla="*/ 455432 w 626894"/>
              <a:gd name="csY69" fmla="*/ 2428 h 20864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</a:cxnLst>
            <a:rect l="l" t="t" r="r" b="b"/>
            <a:pathLst>
              <a:path w="626894" h="2086451">
                <a:moveTo>
                  <a:pt x="464290" y="-49"/>
                </a:moveTo>
                <a:cubicBezTo>
                  <a:pt x="474958" y="21001"/>
                  <a:pt x="484960" y="42337"/>
                  <a:pt x="494865" y="63864"/>
                </a:cubicBezTo>
                <a:cubicBezTo>
                  <a:pt x="504771" y="85390"/>
                  <a:pt x="513153" y="107488"/>
                  <a:pt x="521726" y="129586"/>
                </a:cubicBezTo>
                <a:cubicBezTo>
                  <a:pt x="525726" y="140731"/>
                  <a:pt x="529822" y="151780"/>
                  <a:pt x="533728" y="163019"/>
                </a:cubicBezTo>
                <a:lnTo>
                  <a:pt x="539633" y="179783"/>
                </a:lnTo>
                <a:cubicBezTo>
                  <a:pt x="541538" y="185403"/>
                  <a:pt x="543633" y="191023"/>
                  <a:pt x="545348" y="196642"/>
                </a:cubicBezTo>
                <a:cubicBezTo>
                  <a:pt x="548967" y="207977"/>
                  <a:pt x="552301" y="219312"/>
                  <a:pt x="555826" y="230647"/>
                </a:cubicBezTo>
                <a:lnTo>
                  <a:pt x="560969" y="247792"/>
                </a:lnTo>
                <a:cubicBezTo>
                  <a:pt x="562683" y="253411"/>
                  <a:pt x="564493" y="259126"/>
                  <a:pt x="565922" y="264937"/>
                </a:cubicBezTo>
                <a:cubicBezTo>
                  <a:pt x="591211" y="357053"/>
                  <a:pt x="608642" y="451150"/>
                  <a:pt x="618024" y="546210"/>
                </a:cubicBezTo>
                <a:cubicBezTo>
                  <a:pt x="627625" y="641793"/>
                  <a:pt x="629473" y="737986"/>
                  <a:pt x="623548" y="833865"/>
                </a:cubicBezTo>
                <a:cubicBezTo>
                  <a:pt x="611699" y="1026422"/>
                  <a:pt x="570122" y="1215998"/>
                  <a:pt x="500295" y="1395840"/>
                </a:cubicBezTo>
                <a:cubicBezTo>
                  <a:pt x="491627" y="1418224"/>
                  <a:pt x="482102" y="1440322"/>
                  <a:pt x="472863" y="1462515"/>
                </a:cubicBezTo>
                <a:lnTo>
                  <a:pt x="469338" y="1470801"/>
                </a:lnTo>
                <a:lnTo>
                  <a:pt x="465624" y="1478993"/>
                </a:lnTo>
                <a:lnTo>
                  <a:pt x="458004" y="1495376"/>
                </a:lnTo>
                <a:lnTo>
                  <a:pt x="442478" y="1527666"/>
                </a:lnTo>
                <a:lnTo>
                  <a:pt x="438668" y="1535857"/>
                </a:lnTo>
                <a:lnTo>
                  <a:pt x="434572" y="1543858"/>
                </a:lnTo>
                <a:lnTo>
                  <a:pt x="426381" y="1559860"/>
                </a:lnTo>
                <a:cubicBezTo>
                  <a:pt x="420856" y="1570528"/>
                  <a:pt x="415427" y="1581197"/>
                  <a:pt x="409807" y="1591769"/>
                </a:cubicBezTo>
                <a:lnTo>
                  <a:pt x="405616" y="1599770"/>
                </a:lnTo>
                <a:cubicBezTo>
                  <a:pt x="404187" y="1602437"/>
                  <a:pt x="402759" y="1605009"/>
                  <a:pt x="401234" y="1607581"/>
                </a:cubicBezTo>
                <a:lnTo>
                  <a:pt x="392376" y="1623297"/>
                </a:lnTo>
                <a:lnTo>
                  <a:pt x="374660" y="1654539"/>
                </a:lnTo>
                <a:cubicBezTo>
                  <a:pt x="326359" y="1736882"/>
                  <a:pt x="271209" y="1815016"/>
                  <a:pt x="209782" y="1888092"/>
                </a:cubicBezTo>
                <a:cubicBezTo>
                  <a:pt x="205972" y="1892664"/>
                  <a:pt x="202067" y="1897141"/>
                  <a:pt x="198067" y="1901617"/>
                </a:cubicBezTo>
                <a:lnTo>
                  <a:pt x="186255" y="1914952"/>
                </a:lnTo>
                <a:cubicBezTo>
                  <a:pt x="178350" y="1923906"/>
                  <a:pt x="170635" y="1932764"/>
                  <a:pt x="162538" y="1941527"/>
                </a:cubicBezTo>
                <a:cubicBezTo>
                  <a:pt x="158633" y="1946004"/>
                  <a:pt x="154442" y="1950100"/>
                  <a:pt x="150346" y="1954481"/>
                </a:cubicBezTo>
                <a:lnTo>
                  <a:pt x="137964" y="1967245"/>
                </a:lnTo>
                <a:cubicBezTo>
                  <a:pt x="129772" y="1975817"/>
                  <a:pt x="121390" y="1984199"/>
                  <a:pt x="113103" y="1992581"/>
                </a:cubicBezTo>
                <a:cubicBezTo>
                  <a:pt x="96149" y="2009059"/>
                  <a:pt x="78623" y="2025061"/>
                  <a:pt x="61287" y="2041063"/>
                </a:cubicBezTo>
                <a:cubicBezTo>
                  <a:pt x="43952" y="2057065"/>
                  <a:pt x="25283" y="2071734"/>
                  <a:pt x="6804" y="2086402"/>
                </a:cubicBezTo>
                <a:lnTo>
                  <a:pt x="42" y="2080401"/>
                </a:lnTo>
                <a:cubicBezTo>
                  <a:pt x="122076" y="1940956"/>
                  <a:pt x="226146" y="1786746"/>
                  <a:pt x="309795" y="1621392"/>
                </a:cubicBezTo>
                <a:lnTo>
                  <a:pt x="325034" y="1590245"/>
                </a:lnTo>
                <a:lnTo>
                  <a:pt x="332654" y="1574624"/>
                </a:lnTo>
                <a:cubicBezTo>
                  <a:pt x="333893" y="1572052"/>
                  <a:pt x="335226" y="1569385"/>
                  <a:pt x="336369" y="1566814"/>
                </a:cubicBezTo>
                <a:lnTo>
                  <a:pt x="339989" y="1558908"/>
                </a:lnTo>
                <a:lnTo>
                  <a:pt x="354181" y="1527380"/>
                </a:lnTo>
                <a:lnTo>
                  <a:pt x="361325" y="1511568"/>
                </a:lnTo>
                <a:lnTo>
                  <a:pt x="364849" y="1503663"/>
                </a:lnTo>
                <a:lnTo>
                  <a:pt x="368183" y="1495662"/>
                </a:lnTo>
                <a:lnTo>
                  <a:pt x="381423" y="1463658"/>
                </a:lnTo>
                <a:lnTo>
                  <a:pt x="388090" y="1447656"/>
                </a:lnTo>
                <a:lnTo>
                  <a:pt x="391424" y="1439655"/>
                </a:lnTo>
                <a:lnTo>
                  <a:pt x="394472" y="1431559"/>
                </a:lnTo>
                <a:lnTo>
                  <a:pt x="406759" y="1399078"/>
                </a:lnTo>
                <a:lnTo>
                  <a:pt x="412855" y="1382886"/>
                </a:lnTo>
                <a:lnTo>
                  <a:pt x="415903" y="1374790"/>
                </a:lnTo>
                <a:cubicBezTo>
                  <a:pt x="416856" y="1372027"/>
                  <a:pt x="417713" y="1369265"/>
                  <a:pt x="418665" y="1366503"/>
                </a:cubicBezTo>
                <a:cubicBezTo>
                  <a:pt x="480635" y="1192024"/>
                  <a:pt x="520631" y="1010516"/>
                  <a:pt x="537728" y="826150"/>
                </a:cubicBezTo>
                <a:cubicBezTo>
                  <a:pt x="537728" y="823292"/>
                  <a:pt x="538395" y="820339"/>
                  <a:pt x="538680" y="817482"/>
                </a:cubicBezTo>
                <a:lnTo>
                  <a:pt x="539252" y="808814"/>
                </a:lnTo>
                <a:lnTo>
                  <a:pt x="540490" y="791574"/>
                </a:lnTo>
                <a:lnTo>
                  <a:pt x="542967" y="756998"/>
                </a:lnTo>
                <a:lnTo>
                  <a:pt x="543538" y="748330"/>
                </a:lnTo>
                <a:lnTo>
                  <a:pt x="543538" y="739663"/>
                </a:lnTo>
                <a:lnTo>
                  <a:pt x="544205" y="722327"/>
                </a:lnTo>
                <a:lnTo>
                  <a:pt x="545538" y="687656"/>
                </a:lnTo>
                <a:lnTo>
                  <a:pt x="545538" y="678988"/>
                </a:lnTo>
                <a:lnTo>
                  <a:pt x="545538" y="670321"/>
                </a:lnTo>
                <a:lnTo>
                  <a:pt x="545538" y="653080"/>
                </a:lnTo>
                <a:lnTo>
                  <a:pt x="545538" y="618409"/>
                </a:lnTo>
                <a:lnTo>
                  <a:pt x="545538" y="609742"/>
                </a:lnTo>
                <a:cubicBezTo>
                  <a:pt x="545538" y="606789"/>
                  <a:pt x="545538" y="603931"/>
                  <a:pt x="545538" y="601074"/>
                </a:cubicBezTo>
                <a:lnTo>
                  <a:pt x="545538" y="583643"/>
                </a:lnTo>
                <a:lnTo>
                  <a:pt x="544872" y="548972"/>
                </a:lnTo>
                <a:cubicBezTo>
                  <a:pt x="537985" y="363768"/>
                  <a:pt x="507934" y="180164"/>
                  <a:pt x="455432" y="2428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D42178E-C067-F930-BE39-9979DCBD6582}"/>
              </a:ext>
            </a:extLst>
          </p:cNvPr>
          <p:cNvSpPr/>
          <p:nvPr/>
        </p:nvSpPr>
        <p:spPr>
          <a:xfrm>
            <a:off x="6475736" y="1791212"/>
            <a:ext cx="662699" cy="2205710"/>
          </a:xfrm>
          <a:custGeom>
            <a:avLst/>
            <a:gdLst>
              <a:gd name="csX0" fmla="*/ 162690 w 626896"/>
              <a:gd name="csY0" fmla="*/ 2086498 h 2086546"/>
              <a:gd name="csX1" fmla="*/ 132114 w 626896"/>
              <a:gd name="csY1" fmla="*/ 2022490 h 2086546"/>
              <a:gd name="csX2" fmla="*/ 105254 w 626896"/>
              <a:gd name="csY2" fmla="*/ 1956862 h 2086546"/>
              <a:gd name="csX3" fmla="*/ 93252 w 626896"/>
              <a:gd name="csY3" fmla="*/ 1923430 h 2086546"/>
              <a:gd name="csX4" fmla="*/ 87347 w 626896"/>
              <a:gd name="csY4" fmla="*/ 1906570 h 2086546"/>
              <a:gd name="csX5" fmla="*/ 81632 w 626896"/>
              <a:gd name="csY5" fmla="*/ 1889711 h 2086546"/>
              <a:gd name="csX6" fmla="*/ 71154 w 626896"/>
              <a:gd name="csY6" fmla="*/ 1855707 h 2086546"/>
              <a:gd name="csX7" fmla="*/ 66011 w 626896"/>
              <a:gd name="csY7" fmla="*/ 1838657 h 2086546"/>
              <a:gd name="csX8" fmla="*/ 61058 w 626896"/>
              <a:gd name="csY8" fmla="*/ 1821512 h 2086546"/>
              <a:gd name="csX9" fmla="*/ 8861 w 626896"/>
              <a:gd name="csY9" fmla="*/ 1540239 h 2086546"/>
              <a:gd name="csX10" fmla="*/ 3432 w 626896"/>
              <a:gd name="csY10" fmla="*/ 1252584 h 2086546"/>
              <a:gd name="csX11" fmla="*/ 126685 w 626896"/>
              <a:gd name="csY11" fmla="*/ 690609 h 2086546"/>
              <a:gd name="csX12" fmla="*/ 154117 w 626896"/>
              <a:gd name="csY12" fmla="*/ 623934 h 2086546"/>
              <a:gd name="csX13" fmla="*/ 157641 w 626896"/>
              <a:gd name="csY13" fmla="*/ 615647 h 2086546"/>
              <a:gd name="csX14" fmla="*/ 161356 w 626896"/>
              <a:gd name="csY14" fmla="*/ 607456 h 2086546"/>
              <a:gd name="csX15" fmla="*/ 168976 w 626896"/>
              <a:gd name="csY15" fmla="*/ 591073 h 2086546"/>
              <a:gd name="csX16" fmla="*/ 184121 w 626896"/>
              <a:gd name="csY16" fmla="*/ 558402 h 2086546"/>
              <a:gd name="csX17" fmla="*/ 187931 w 626896"/>
              <a:gd name="csY17" fmla="*/ 550306 h 2086546"/>
              <a:gd name="csX18" fmla="*/ 191931 w 626896"/>
              <a:gd name="csY18" fmla="*/ 542305 h 2086546"/>
              <a:gd name="csX19" fmla="*/ 200218 w 626896"/>
              <a:gd name="csY19" fmla="*/ 526303 h 2086546"/>
              <a:gd name="csX20" fmla="*/ 216696 w 626896"/>
              <a:gd name="csY20" fmla="*/ 494299 h 2086546"/>
              <a:gd name="csX21" fmla="*/ 220887 w 626896"/>
              <a:gd name="csY21" fmla="*/ 486393 h 2086546"/>
              <a:gd name="csX22" fmla="*/ 225269 w 626896"/>
              <a:gd name="csY22" fmla="*/ 478487 h 2086546"/>
              <a:gd name="csX23" fmla="*/ 234223 w 626896"/>
              <a:gd name="csY23" fmla="*/ 462866 h 2086546"/>
              <a:gd name="csX24" fmla="*/ 252320 w 626896"/>
              <a:gd name="csY24" fmla="*/ 431910 h 2086546"/>
              <a:gd name="csX25" fmla="*/ 417198 w 626896"/>
              <a:gd name="csY25" fmla="*/ 198262 h 2086546"/>
              <a:gd name="csX26" fmla="*/ 428913 w 626896"/>
              <a:gd name="csY26" fmla="*/ 184736 h 2086546"/>
              <a:gd name="csX27" fmla="*/ 440724 w 626896"/>
              <a:gd name="csY27" fmla="*/ 171401 h 2086546"/>
              <a:gd name="csX28" fmla="*/ 464442 w 626896"/>
              <a:gd name="csY28" fmla="*/ 144826 h 2086546"/>
              <a:gd name="csX29" fmla="*/ 476634 w 626896"/>
              <a:gd name="csY29" fmla="*/ 131968 h 2086546"/>
              <a:gd name="csX30" fmla="*/ 489016 w 626896"/>
              <a:gd name="csY30" fmla="*/ 119109 h 2086546"/>
              <a:gd name="csX31" fmla="*/ 513877 w 626896"/>
              <a:gd name="csY31" fmla="*/ 93772 h 2086546"/>
              <a:gd name="csX32" fmla="*/ 565692 w 626896"/>
              <a:gd name="csY32" fmla="*/ 45290 h 2086546"/>
              <a:gd name="csX33" fmla="*/ 620175 w 626896"/>
              <a:gd name="csY33" fmla="*/ -49 h 2086546"/>
              <a:gd name="csX34" fmla="*/ 626938 w 626896"/>
              <a:gd name="csY34" fmla="*/ 5952 h 2086546"/>
              <a:gd name="csX35" fmla="*/ 317185 w 626896"/>
              <a:gd name="csY35" fmla="*/ 465152 h 2086546"/>
              <a:gd name="csX36" fmla="*/ 301945 w 626896"/>
              <a:gd name="csY36" fmla="*/ 496299 h 2086546"/>
              <a:gd name="csX37" fmla="*/ 294420 w 626896"/>
              <a:gd name="csY37" fmla="*/ 511920 h 2086546"/>
              <a:gd name="csX38" fmla="*/ 290611 w 626896"/>
              <a:gd name="csY38" fmla="*/ 519635 h 2086546"/>
              <a:gd name="csX39" fmla="*/ 287086 w 626896"/>
              <a:gd name="csY39" fmla="*/ 527541 h 2086546"/>
              <a:gd name="csX40" fmla="*/ 272799 w 626896"/>
              <a:gd name="csY40" fmla="*/ 559164 h 2086546"/>
              <a:gd name="csX41" fmla="*/ 265750 w 626896"/>
              <a:gd name="csY41" fmla="*/ 574880 h 2086546"/>
              <a:gd name="csX42" fmla="*/ 262131 w 626896"/>
              <a:gd name="csY42" fmla="*/ 582786 h 2086546"/>
              <a:gd name="csX43" fmla="*/ 258797 w 626896"/>
              <a:gd name="csY43" fmla="*/ 590787 h 2086546"/>
              <a:gd name="csX44" fmla="*/ 245557 w 626896"/>
              <a:gd name="csY44" fmla="*/ 622791 h 2086546"/>
              <a:gd name="csX45" fmla="*/ 238890 w 626896"/>
              <a:gd name="csY45" fmla="*/ 638793 h 2086546"/>
              <a:gd name="csX46" fmla="*/ 235556 w 626896"/>
              <a:gd name="csY46" fmla="*/ 646794 h 2086546"/>
              <a:gd name="csX47" fmla="*/ 232508 w 626896"/>
              <a:gd name="csY47" fmla="*/ 654890 h 2086546"/>
              <a:gd name="csX48" fmla="*/ 220316 w 626896"/>
              <a:gd name="csY48" fmla="*/ 687370 h 2086546"/>
              <a:gd name="csX49" fmla="*/ 214125 w 626896"/>
              <a:gd name="csY49" fmla="*/ 703563 h 2086546"/>
              <a:gd name="csX50" fmla="*/ 211077 w 626896"/>
              <a:gd name="csY50" fmla="*/ 711754 h 2086546"/>
              <a:gd name="csX51" fmla="*/ 208315 w 626896"/>
              <a:gd name="csY51" fmla="*/ 719946 h 2086546"/>
              <a:gd name="csX52" fmla="*/ 89728 w 626896"/>
              <a:gd name="csY52" fmla="*/ 1260204 h 2086546"/>
              <a:gd name="csX53" fmla="*/ 88871 w 626896"/>
              <a:gd name="csY53" fmla="*/ 1268872 h 2086546"/>
              <a:gd name="csX54" fmla="*/ 88204 w 626896"/>
              <a:gd name="csY54" fmla="*/ 1277539 h 2086546"/>
              <a:gd name="csX55" fmla="*/ 87061 w 626896"/>
              <a:gd name="csY55" fmla="*/ 1294780 h 2086546"/>
              <a:gd name="csX56" fmla="*/ 84585 w 626896"/>
              <a:gd name="csY56" fmla="*/ 1329451 h 2086546"/>
              <a:gd name="csX57" fmla="*/ 83918 w 626896"/>
              <a:gd name="csY57" fmla="*/ 1338023 h 2086546"/>
              <a:gd name="csX58" fmla="*/ 83918 w 626896"/>
              <a:gd name="csY58" fmla="*/ 1346691 h 2086546"/>
              <a:gd name="csX59" fmla="*/ 83251 w 626896"/>
              <a:gd name="csY59" fmla="*/ 1364026 h 2086546"/>
              <a:gd name="csX60" fmla="*/ 80870 w 626896"/>
              <a:gd name="csY60" fmla="*/ 1398697 h 2086546"/>
              <a:gd name="csX61" fmla="*/ 80870 w 626896"/>
              <a:gd name="csY61" fmla="*/ 1407365 h 2086546"/>
              <a:gd name="csX62" fmla="*/ 80870 w 626896"/>
              <a:gd name="csY62" fmla="*/ 1433273 h 2086546"/>
              <a:gd name="csX63" fmla="*/ 80870 w 626896"/>
              <a:gd name="csY63" fmla="*/ 1467944 h 2086546"/>
              <a:gd name="csX64" fmla="*/ 80870 w 626896"/>
              <a:gd name="csY64" fmla="*/ 1476517 h 2086546"/>
              <a:gd name="csX65" fmla="*/ 80870 w 626896"/>
              <a:gd name="csY65" fmla="*/ 1485184 h 2086546"/>
              <a:gd name="csX66" fmla="*/ 80870 w 626896"/>
              <a:gd name="csY66" fmla="*/ 1502615 h 2086546"/>
              <a:gd name="csX67" fmla="*/ 81632 w 626896"/>
              <a:gd name="csY67" fmla="*/ 1537191 h 2086546"/>
              <a:gd name="csX68" fmla="*/ 171072 w 626896"/>
              <a:gd name="csY68" fmla="*/ 2083735 h 20865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</a:cxnLst>
            <a:rect l="l" t="t" r="r" b="b"/>
            <a:pathLst>
              <a:path w="626896" h="2086546">
                <a:moveTo>
                  <a:pt x="162690" y="2086498"/>
                </a:moveTo>
                <a:cubicBezTo>
                  <a:pt x="151926" y="2065352"/>
                  <a:pt x="141925" y="2044111"/>
                  <a:pt x="132114" y="2022490"/>
                </a:cubicBezTo>
                <a:cubicBezTo>
                  <a:pt x="122304" y="2000868"/>
                  <a:pt x="113826" y="1978960"/>
                  <a:pt x="105254" y="1956862"/>
                </a:cubicBezTo>
                <a:cubicBezTo>
                  <a:pt x="101253" y="1945718"/>
                  <a:pt x="97158" y="1934574"/>
                  <a:pt x="93252" y="1923430"/>
                </a:cubicBezTo>
                <a:lnTo>
                  <a:pt x="87347" y="1906570"/>
                </a:lnTo>
                <a:cubicBezTo>
                  <a:pt x="85442" y="1900951"/>
                  <a:pt x="83346" y="1895426"/>
                  <a:pt x="81632" y="1889711"/>
                </a:cubicBezTo>
                <a:cubicBezTo>
                  <a:pt x="78012" y="1878472"/>
                  <a:pt x="74679" y="1867042"/>
                  <a:pt x="71154" y="1855707"/>
                </a:cubicBezTo>
                <a:lnTo>
                  <a:pt x="66011" y="1838657"/>
                </a:lnTo>
                <a:cubicBezTo>
                  <a:pt x="64296" y="1832942"/>
                  <a:pt x="62487" y="1827322"/>
                  <a:pt x="61058" y="1821512"/>
                </a:cubicBezTo>
                <a:cubicBezTo>
                  <a:pt x="35741" y="1729396"/>
                  <a:pt x="18272" y="1635308"/>
                  <a:pt x="8861" y="1540239"/>
                </a:cubicBezTo>
                <a:cubicBezTo>
                  <a:pt x="-664" y="1444656"/>
                  <a:pt x="-2474" y="1348463"/>
                  <a:pt x="3432" y="1252584"/>
                </a:cubicBezTo>
                <a:cubicBezTo>
                  <a:pt x="15281" y="1060026"/>
                  <a:pt x="56857" y="870450"/>
                  <a:pt x="126685" y="690609"/>
                </a:cubicBezTo>
                <a:cubicBezTo>
                  <a:pt x="135258" y="668130"/>
                  <a:pt x="144878" y="646032"/>
                  <a:pt x="154117" y="623934"/>
                </a:cubicBezTo>
                <a:lnTo>
                  <a:pt x="157641" y="615647"/>
                </a:lnTo>
                <a:lnTo>
                  <a:pt x="161356" y="607456"/>
                </a:lnTo>
                <a:lnTo>
                  <a:pt x="168976" y="591073"/>
                </a:lnTo>
                <a:lnTo>
                  <a:pt x="184121" y="558402"/>
                </a:lnTo>
                <a:lnTo>
                  <a:pt x="187931" y="550306"/>
                </a:lnTo>
                <a:lnTo>
                  <a:pt x="191931" y="542305"/>
                </a:lnTo>
                <a:lnTo>
                  <a:pt x="200218" y="526303"/>
                </a:lnTo>
                <a:cubicBezTo>
                  <a:pt x="205743" y="515635"/>
                  <a:pt x="211077" y="504871"/>
                  <a:pt x="216696" y="494299"/>
                </a:cubicBezTo>
                <a:lnTo>
                  <a:pt x="220887" y="486393"/>
                </a:lnTo>
                <a:lnTo>
                  <a:pt x="225269" y="478487"/>
                </a:lnTo>
                <a:lnTo>
                  <a:pt x="234223" y="462866"/>
                </a:lnTo>
                <a:lnTo>
                  <a:pt x="252320" y="431910"/>
                </a:lnTo>
                <a:cubicBezTo>
                  <a:pt x="300593" y="349519"/>
                  <a:pt x="355752" y="271356"/>
                  <a:pt x="417198" y="198262"/>
                </a:cubicBezTo>
                <a:cubicBezTo>
                  <a:pt x="421008" y="193690"/>
                  <a:pt x="425008" y="188737"/>
                  <a:pt x="428913" y="184736"/>
                </a:cubicBezTo>
                <a:lnTo>
                  <a:pt x="440724" y="171401"/>
                </a:lnTo>
                <a:cubicBezTo>
                  <a:pt x="448630" y="162543"/>
                  <a:pt x="456441" y="153589"/>
                  <a:pt x="464442" y="144826"/>
                </a:cubicBezTo>
                <a:cubicBezTo>
                  <a:pt x="468347" y="140445"/>
                  <a:pt x="472633" y="136254"/>
                  <a:pt x="476634" y="131968"/>
                </a:cubicBezTo>
                <a:lnTo>
                  <a:pt x="489016" y="119109"/>
                </a:lnTo>
                <a:cubicBezTo>
                  <a:pt x="497208" y="110536"/>
                  <a:pt x="505590" y="102154"/>
                  <a:pt x="513877" y="93772"/>
                </a:cubicBezTo>
                <a:cubicBezTo>
                  <a:pt x="530926" y="77294"/>
                  <a:pt x="548357" y="61292"/>
                  <a:pt x="565692" y="45290"/>
                </a:cubicBezTo>
                <a:cubicBezTo>
                  <a:pt x="583028" y="29288"/>
                  <a:pt x="601697" y="14620"/>
                  <a:pt x="620175" y="-49"/>
                </a:cubicBezTo>
                <a:lnTo>
                  <a:pt x="626938" y="5952"/>
                </a:lnTo>
                <a:cubicBezTo>
                  <a:pt x="504894" y="145465"/>
                  <a:pt x="400834" y="299741"/>
                  <a:pt x="317185" y="465152"/>
                </a:cubicBezTo>
                <a:lnTo>
                  <a:pt x="301945" y="496299"/>
                </a:lnTo>
                <a:lnTo>
                  <a:pt x="294420" y="511920"/>
                </a:lnTo>
                <a:cubicBezTo>
                  <a:pt x="293087" y="514492"/>
                  <a:pt x="291849" y="517063"/>
                  <a:pt x="290611" y="519635"/>
                </a:cubicBezTo>
                <a:lnTo>
                  <a:pt x="287086" y="527541"/>
                </a:lnTo>
                <a:lnTo>
                  <a:pt x="272799" y="559164"/>
                </a:lnTo>
                <a:lnTo>
                  <a:pt x="265750" y="574880"/>
                </a:lnTo>
                <a:lnTo>
                  <a:pt x="262131" y="582786"/>
                </a:lnTo>
                <a:lnTo>
                  <a:pt x="258797" y="590787"/>
                </a:lnTo>
                <a:lnTo>
                  <a:pt x="245557" y="622791"/>
                </a:lnTo>
                <a:lnTo>
                  <a:pt x="238890" y="638793"/>
                </a:lnTo>
                <a:lnTo>
                  <a:pt x="235556" y="646794"/>
                </a:lnTo>
                <a:lnTo>
                  <a:pt x="232508" y="654890"/>
                </a:lnTo>
                <a:lnTo>
                  <a:pt x="220316" y="687370"/>
                </a:lnTo>
                <a:lnTo>
                  <a:pt x="214125" y="703563"/>
                </a:lnTo>
                <a:lnTo>
                  <a:pt x="211077" y="711754"/>
                </a:lnTo>
                <a:cubicBezTo>
                  <a:pt x="210124" y="714421"/>
                  <a:pt x="209267" y="717184"/>
                  <a:pt x="208315" y="719946"/>
                </a:cubicBezTo>
                <a:cubicBezTo>
                  <a:pt x="146554" y="894425"/>
                  <a:pt x="106721" y="1075905"/>
                  <a:pt x="89728" y="1260204"/>
                </a:cubicBezTo>
                <a:lnTo>
                  <a:pt x="88871" y="1268872"/>
                </a:lnTo>
                <a:lnTo>
                  <a:pt x="88204" y="1277539"/>
                </a:lnTo>
                <a:lnTo>
                  <a:pt x="87061" y="1294780"/>
                </a:lnTo>
                <a:lnTo>
                  <a:pt x="84585" y="1329451"/>
                </a:lnTo>
                <a:lnTo>
                  <a:pt x="83918" y="1338023"/>
                </a:lnTo>
                <a:lnTo>
                  <a:pt x="83918" y="1346691"/>
                </a:lnTo>
                <a:lnTo>
                  <a:pt x="83251" y="1364026"/>
                </a:lnTo>
                <a:lnTo>
                  <a:pt x="80870" y="1398697"/>
                </a:lnTo>
                <a:lnTo>
                  <a:pt x="80870" y="1407365"/>
                </a:lnTo>
                <a:lnTo>
                  <a:pt x="80870" y="1433273"/>
                </a:lnTo>
                <a:lnTo>
                  <a:pt x="80870" y="1467944"/>
                </a:lnTo>
                <a:lnTo>
                  <a:pt x="80870" y="1476517"/>
                </a:lnTo>
                <a:cubicBezTo>
                  <a:pt x="80870" y="1479469"/>
                  <a:pt x="80870" y="1482327"/>
                  <a:pt x="80870" y="1485184"/>
                </a:cubicBezTo>
                <a:lnTo>
                  <a:pt x="80870" y="1502615"/>
                </a:lnTo>
                <a:lnTo>
                  <a:pt x="81632" y="1537191"/>
                </a:lnTo>
                <a:cubicBezTo>
                  <a:pt x="88461" y="1722395"/>
                  <a:pt x="118503" y="1906018"/>
                  <a:pt x="171072" y="208373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D82AAC2-FAE0-38A4-C674-D2185F65683E}"/>
              </a:ext>
            </a:extLst>
          </p:cNvPr>
          <p:cNvSpPr/>
          <p:nvPr/>
        </p:nvSpPr>
        <p:spPr>
          <a:xfrm>
            <a:off x="6773907" y="1248871"/>
            <a:ext cx="4154373" cy="4154111"/>
          </a:xfrm>
          <a:custGeom>
            <a:avLst/>
            <a:gdLst>
              <a:gd name="csX0" fmla="*/ 309729 w 3929931"/>
              <a:gd name="csY0" fmla="*/ 3023306 h 3929684"/>
              <a:gd name="csX1" fmla="*/ 906613 w 3929931"/>
              <a:gd name="csY1" fmla="*/ 309643 h 3929684"/>
              <a:gd name="csX2" fmla="*/ 3620286 w 3929931"/>
              <a:gd name="csY2" fmla="*/ 906527 h 3929684"/>
              <a:gd name="csX3" fmla="*/ 3023392 w 3929931"/>
              <a:gd name="csY3" fmla="*/ 3620190 h 3929684"/>
              <a:gd name="csX4" fmla="*/ 852654 w 3929931"/>
              <a:gd name="csY4" fmla="*/ 3584423 h 3929684"/>
              <a:gd name="csX5" fmla="*/ 309729 w 3929931"/>
              <a:gd name="csY5" fmla="*/ 3023306 h 3929684"/>
              <a:gd name="csX6" fmla="*/ 3498509 w 3929931"/>
              <a:gd name="csY6" fmla="*/ 981051 h 3929684"/>
              <a:gd name="csX7" fmla="*/ 982956 w 3929931"/>
              <a:gd name="csY7" fmla="*/ 429648 h 3929684"/>
              <a:gd name="csX8" fmla="*/ 431744 w 3929931"/>
              <a:gd name="csY8" fmla="*/ 2945201 h 3929684"/>
              <a:gd name="csX9" fmla="*/ 2947392 w 3929931"/>
              <a:gd name="csY9" fmla="*/ 3496699 h 3929684"/>
              <a:gd name="csX10" fmla="*/ 3498509 w 3929931"/>
              <a:gd name="csY10" fmla="*/ 981051 h 39296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929931" h="3929684">
                <a:moveTo>
                  <a:pt x="309729" y="3023306"/>
                </a:moveTo>
                <a:cubicBezTo>
                  <a:pt x="-274801" y="2109125"/>
                  <a:pt x="-7568" y="894173"/>
                  <a:pt x="906613" y="309643"/>
                </a:cubicBezTo>
                <a:cubicBezTo>
                  <a:pt x="1820804" y="-274897"/>
                  <a:pt x="3035756" y="-7654"/>
                  <a:pt x="3620286" y="906527"/>
                </a:cubicBezTo>
                <a:cubicBezTo>
                  <a:pt x="4204816" y="1820708"/>
                  <a:pt x="3937583" y="3035660"/>
                  <a:pt x="3023392" y="3620190"/>
                </a:cubicBezTo>
                <a:cubicBezTo>
                  <a:pt x="2358338" y="4045434"/>
                  <a:pt x="1503345" y="4031346"/>
                  <a:pt x="852654" y="3584423"/>
                </a:cubicBezTo>
                <a:cubicBezTo>
                  <a:pt x="635779" y="3435805"/>
                  <a:pt x="451128" y="3244953"/>
                  <a:pt x="309729" y="3023306"/>
                </a:cubicBezTo>
                <a:close/>
                <a:moveTo>
                  <a:pt x="3498509" y="981051"/>
                </a:moveTo>
                <a:cubicBezTo>
                  <a:pt x="2956917" y="135421"/>
                  <a:pt x="1828395" y="-111943"/>
                  <a:pt x="982956" y="429648"/>
                </a:cubicBezTo>
                <a:cubicBezTo>
                  <a:pt x="137517" y="971240"/>
                  <a:pt x="-109847" y="2099381"/>
                  <a:pt x="431744" y="2945201"/>
                </a:cubicBezTo>
                <a:cubicBezTo>
                  <a:pt x="973336" y="3791021"/>
                  <a:pt x="2101858" y="4038195"/>
                  <a:pt x="2947392" y="3496699"/>
                </a:cubicBezTo>
                <a:cubicBezTo>
                  <a:pt x="3792927" y="2955202"/>
                  <a:pt x="4040100" y="1826585"/>
                  <a:pt x="3498509" y="981051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0F97A49-B159-31EF-AC83-C4C8515B8E35}"/>
              </a:ext>
            </a:extLst>
          </p:cNvPr>
          <p:cNvSpPr/>
          <p:nvPr/>
        </p:nvSpPr>
        <p:spPr>
          <a:xfrm>
            <a:off x="7675302" y="5414151"/>
            <a:ext cx="356079" cy="356080"/>
          </a:xfrm>
          <a:custGeom>
            <a:avLst/>
            <a:gdLst>
              <a:gd name="csX0" fmla="*/ 259322 w 336842"/>
              <a:gd name="csY0" fmla="*/ 310162 h 336843"/>
              <a:gd name="csX1" fmla="*/ 26674 w 336842"/>
              <a:gd name="csY1" fmla="*/ 259232 h 336843"/>
              <a:gd name="csX2" fmla="*/ 77604 w 336842"/>
              <a:gd name="csY2" fmla="*/ 26584 h 336843"/>
              <a:gd name="csX3" fmla="*/ 310253 w 336842"/>
              <a:gd name="csY3" fmla="*/ 77514 h 336843"/>
              <a:gd name="csX4" fmla="*/ 310281 w 336842"/>
              <a:gd name="csY4" fmla="*/ 77561 h 336843"/>
              <a:gd name="csX5" fmla="*/ 259322 w 336842"/>
              <a:gd name="csY5" fmla="*/ 310162 h 336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36842" h="336843">
                <a:moveTo>
                  <a:pt x="259322" y="310162"/>
                </a:moveTo>
                <a:cubicBezTo>
                  <a:pt x="181017" y="360340"/>
                  <a:pt x="76852" y="337537"/>
                  <a:pt x="26674" y="259232"/>
                </a:cubicBezTo>
                <a:cubicBezTo>
                  <a:pt x="-23504" y="180927"/>
                  <a:pt x="-701" y="76761"/>
                  <a:pt x="77604" y="26584"/>
                </a:cubicBezTo>
                <a:cubicBezTo>
                  <a:pt x="155909" y="-23594"/>
                  <a:pt x="260075" y="-791"/>
                  <a:pt x="310253" y="77514"/>
                </a:cubicBezTo>
                <a:cubicBezTo>
                  <a:pt x="310262" y="77533"/>
                  <a:pt x="310271" y="77543"/>
                  <a:pt x="310281" y="77561"/>
                </a:cubicBezTo>
                <a:cubicBezTo>
                  <a:pt x="360421" y="155866"/>
                  <a:pt x="337608" y="259994"/>
                  <a:pt x="259322" y="310162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1CA8578-E695-1D73-C534-1D219398604A}"/>
              </a:ext>
            </a:extLst>
          </p:cNvPr>
          <p:cNvSpPr/>
          <p:nvPr/>
        </p:nvSpPr>
        <p:spPr>
          <a:xfrm>
            <a:off x="7488357" y="966110"/>
            <a:ext cx="355881" cy="355883"/>
          </a:xfrm>
          <a:custGeom>
            <a:avLst/>
            <a:gdLst>
              <a:gd name="csX0" fmla="*/ 259098 w 336654"/>
              <a:gd name="csY0" fmla="*/ 310038 h 336656"/>
              <a:gd name="csX1" fmla="*/ 26612 w 336654"/>
              <a:gd name="csY1" fmla="*/ 259003 h 336656"/>
              <a:gd name="csX2" fmla="*/ 77646 w 336654"/>
              <a:gd name="csY2" fmla="*/ 26517 h 336656"/>
              <a:gd name="csX3" fmla="*/ 310057 w 336654"/>
              <a:gd name="csY3" fmla="*/ 77437 h 336656"/>
              <a:gd name="csX4" fmla="*/ 259212 w 336654"/>
              <a:gd name="csY4" fmla="*/ 309962 h 336656"/>
              <a:gd name="csX5" fmla="*/ 259098 w 336654"/>
              <a:gd name="csY5" fmla="*/ 310038 h 3366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36654" h="336656">
                <a:moveTo>
                  <a:pt x="259098" y="310038"/>
                </a:moveTo>
                <a:cubicBezTo>
                  <a:pt x="180802" y="360149"/>
                  <a:pt x="76723" y="337298"/>
                  <a:pt x="26612" y="259003"/>
                </a:cubicBezTo>
                <a:cubicBezTo>
                  <a:pt x="-23500" y="180717"/>
                  <a:pt x="-649" y="76628"/>
                  <a:pt x="77646" y="26517"/>
                </a:cubicBezTo>
                <a:cubicBezTo>
                  <a:pt x="155885" y="-23556"/>
                  <a:pt x="259917" y="-773"/>
                  <a:pt x="310057" y="77437"/>
                </a:cubicBezTo>
                <a:cubicBezTo>
                  <a:pt x="360225" y="155685"/>
                  <a:pt x="337460" y="259793"/>
                  <a:pt x="259212" y="309962"/>
                </a:cubicBezTo>
                <a:cubicBezTo>
                  <a:pt x="259174" y="309990"/>
                  <a:pt x="259136" y="310009"/>
                  <a:pt x="259098" y="310038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A487F55-7FA1-B223-D131-DBCF0B5C6FEB}"/>
              </a:ext>
            </a:extLst>
          </p:cNvPr>
          <p:cNvSpPr/>
          <p:nvPr/>
        </p:nvSpPr>
        <p:spPr>
          <a:xfrm>
            <a:off x="6777554" y="4135114"/>
            <a:ext cx="1202985" cy="1202984"/>
          </a:xfrm>
          <a:custGeom>
            <a:avLst/>
            <a:gdLst>
              <a:gd name="csX0" fmla="*/ 875874 w 1137993"/>
              <a:gd name="csY0" fmla="*/ 1048041 h 1137992"/>
              <a:gd name="csX1" fmla="*/ 89947 w 1137993"/>
              <a:gd name="csY1" fmla="*/ 875781 h 1137992"/>
              <a:gd name="csX2" fmla="*/ 262207 w 1137993"/>
              <a:gd name="csY2" fmla="*/ 89854 h 1137992"/>
              <a:gd name="csX3" fmla="*/ 1048086 w 1137993"/>
              <a:gd name="csY3" fmla="*/ 262037 h 1137992"/>
              <a:gd name="csX4" fmla="*/ 875950 w 1137993"/>
              <a:gd name="csY4" fmla="*/ 1047993 h 1137992"/>
              <a:gd name="csX5" fmla="*/ 875874 w 1137993"/>
              <a:gd name="csY5" fmla="*/ 1048041 h 1137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37993" h="1137992">
                <a:moveTo>
                  <a:pt x="875874" y="1048041"/>
                </a:moveTo>
                <a:cubicBezTo>
                  <a:pt x="611279" y="1217499"/>
                  <a:pt x="259406" y="1140376"/>
                  <a:pt x="89947" y="875781"/>
                </a:cubicBezTo>
                <a:cubicBezTo>
                  <a:pt x="-79512" y="611186"/>
                  <a:pt x="-2398" y="259313"/>
                  <a:pt x="262207" y="89854"/>
                </a:cubicBezTo>
                <a:cubicBezTo>
                  <a:pt x="526773" y="-79586"/>
                  <a:pt x="878607" y="-2501"/>
                  <a:pt x="1048086" y="262037"/>
                </a:cubicBezTo>
                <a:cubicBezTo>
                  <a:pt x="1217583" y="526604"/>
                  <a:pt x="1140516" y="878495"/>
                  <a:pt x="875950" y="1047993"/>
                </a:cubicBezTo>
                <a:cubicBezTo>
                  <a:pt x="875921" y="1048012"/>
                  <a:pt x="875902" y="1048021"/>
                  <a:pt x="875874" y="1048041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20063C92-DFAA-8B7B-53D2-970DC0A23E96}"/>
              </a:ext>
            </a:extLst>
          </p:cNvPr>
          <p:cNvSpPr/>
          <p:nvPr/>
        </p:nvSpPr>
        <p:spPr>
          <a:xfrm>
            <a:off x="8198364" y="5614204"/>
            <a:ext cx="651742" cy="651745"/>
          </a:xfrm>
          <a:custGeom>
            <a:avLst/>
            <a:gdLst>
              <a:gd name="csX0" fmla="*/ 474609 w 616531"/>
              <a:gd name="csY0" fmla="*/ 567735 h 616534"/>
              <a:gd name="csX1" fmla="*/ 48793 w 616531"/>
              <a:gd name="csY1" fmla="*/ 474513 h 616534"/>
              <a:gd name="csX2" fmla="*/ 142005 w 616531"/>
              <a:gd name="csY2" fmla="*/ 48698 h 616534"/>
              <a:gd name="csX3" fmla="*/ 567830 w 616531"/>
              <a:gd name="csY3" fmla="*/ 141919 h 616534"/>
              <a:gd name="csX4" fmla="*/ 567858 w 616531"/>
              <a:gd name="csY4" fmla="*/ 141967 h 616534"/>
              <a:gd name="csX5" fmla="*/ 474609 w 616531"/>
              <a:gd name="csY5" fmla="*/ 567735 h 616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16531" h="616534">
                <a:moveTo>
                  <a:pt x="474609" y="567735"/>
                </a:moveTo>
                <a:cubicBezTo>
                  <a:pt x="331276" y="659584"/>
                  <a:pt x="140633" y="617845"/>
                  <a:pt x="48793" y="474513"/>
                </a:cubicBezTo>
                <a:cubicBezTo>
                  <a:pt x="-43056" y="331191"/>
                  <a:pt x="-1318" y="140548"/>
                  <a:pt x="142005" y="48698"/>
                </a:cubicBezTo>
                <a:cubicBezTo>
                  <a:pt x="285337" y="-43142"/>
                  <a:pt x="475980" y="-1413"/>
                  <a:pt x="567830" y="141919"/>
                </a:cubicBezTo>
                <a:cubicBezTo>
                  <a:pt x="567839" y="141929"/>
                  <a:pt x="567849" y="141948"/>
                  <a:pt x="567858" y="141967"/>
                </a:cubicBezTo>
                <a:cubicBezTo>
                  <a:pt x="659660" y="285290"/>
                  <a:pt x="617912" y="475904"/>
                  <a:pt x="474609" y="567735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06CE95-BE71-CA14-8287-C203BDA23BEA}"/>
              </a:ext>
            </a:extLst>
          </p:cNvPr>
          <p:cNvSpPr txBox="1"/>
          <p:nvPr/>
        </p:nvSpPr>
        <p:spPr>
          <a:xfrm>
            <a:off x="875450" y="1874538"/>
            <a:ext cx="46262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Conclusion</a:t>
            </a:r>
          </a:p>
        </p:txBody>
      </p:sp>
      <p:pic>
        <p:nvPicPr>
          <p:cNvPr id="48" name="Picture 2" descr="Data analysis - Free computer icons">
            <a:extLst>
              <a:ext uri="{FF2B5EF4-FFF2-40B4-BE49-F238E27FC236}">
                <a16:creationId xmlns:a16="http://schemas.microsoft.com/office/drawing/2014/main" id="{55FB636D-1169-6D4B-ABB8-D50C6D5DE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996" y="4463556"/>
            <a:ext cx="546100" cy="5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5DBB0D2-468B-0C8D-25E5-8075B4758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588" y="2657786"/>
            <a:ext cx="587079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Analytics helps improve rental business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and film insights increase profitability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and staff analysis improves operational efficiency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monitoring supports business growth </a:t>
            </a:r>
          </a:p>
        </p:txBody>
      </p:sp>
    </p:spTree>
    <p:extLst>
      <p:ext uri="{BB962C8B-B14F-4D97-AF65-F5344CB8AC3E}">
        <p14:creationId xmlns:p14="http://schemas.microsoft.com/office/powerpoint/2010/main" val="3543226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ata Analysis Col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183F3"/>
      </a:accent1>
      <a:accent2>
        <a:srgbClr val="F7E817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236</Words>
  <Application>Microsoft Office PowerPoint</Application>
  <PresentationFormat>Widescreen</PresentationFormat>
  <Paragraphs>56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SlideEgg</dc:creator>
  <cp:lastModifiedBy>Bharath kumar Reddy</cp:lastModifiedBy>
  <cp:revision>12</cp:revision>
  <dcterms:created xsi:type="dcterms:W3CDTF">2026-04-16T06:48:23Z</dcterms:created>
  <dcterms:modified xsi:type="dcterms:W3CDTF">2026-05-10T06:05:11Z</dcterms:modified>
</cp:coreProperties>
</file>